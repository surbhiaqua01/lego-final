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35"/>
  </p:notesMasterIdLst>
  <p:sldIdLst>
    <p:sldId id="530" r:id="rId5"/>
    <p:sldId id="533" r:id="rId6"/>
    <p:sldId id="565" r:id="rId7"/>
    <p:sldId id="566" r:id="rId8"/>
    <p:sldId id="564" r:id="rId9"/>
    <p:sldId id="535" r:id="rId10"/>
    <p:sldId id="536" r:id="rId11"/>
    <p:sldId id="537" r:id="rId12"/>
    <p:sldId id="546" r:id="rId13"/>
    <p:sldId id="574" r:id="rId14"/>
    <p:sldId id="575" r:id="rId15"/>
    <p:sldId id="534" r:id="rId16"/>
    <p:sldId id="576" r:id="rId17"/>
    <p:sldId id="567" r:id="rId18"/>
    <p:sldId id="568" r:id="rId19"/>
    <p:sldId id="570" r:id="rId20"/>
    <p:sldId id="569" r:id="rId21"/>
    <p:sldId id="571" r:id="rId22"/>
    <p:sldId id="554" r:id="rId23"/>
    <p:sldId id="560" r:id="rId24"/>
    <p:sldId id="561" r:id="rId25"/>
    <p:sldId id="562" r:id="rId26"/>
    <p:sldId id="563" r:id="rId27"/>
    <p:sldId id="547" r:id="rId28"/>
    <p:sldId id="552" r:id="rId29"/>
    <p:sldId id="556" r:id="rId30"/>
    <p:sldId id="557" r:id="rId31"/>
    <p:sldId id="558" r:id="rId32"/>
    <p:sldId id="559" r:id="rId33"/>
    <p:sldId id="544"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822EE"/>
    <a:srgbClr val="F01688"/>
    <a:srgbClr val="2F21F3"/>
    <a:srgbClr val="FEB52B"/>
    <a:srgbClr val="F01689"/>
    <a:srgbClr val="6F22E3"/>
    <a:srgbClr val="E218A3"/>
    <a:srgbClr val="BA20DB"/>
    <a:srgbClr val="6A23F1"/>
    <a:srgbClr val="2F22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0BC6302-5FD3-C2B5-7185-A46CF67ACC5F}" v="9" dt="2025-12-10T00:43:14.911"/>
    <p1510:client id="{3AA0672B-3AB7-8734-F6CF-6B2B3F730CF8}" v="2" dt="2025-12-10T05:30:29.622"/>
    <p1510:client id="{4C5EE925-BE85-484D-3019-605CCFCD2CA7}" v="101" dt="2025-12-10T20:43:03.957"/>
    <p1510:client id="{5CD615B2-D1F0-73A0-7C47-AB319E4744B3}" v="590" dt="2025-12-10T05:42:35.539"/>
    <p1510:client id="{6881A0D4-CB36-FD58-2269-7B595152DB87}" v="65" dt="2025-12-10T21:04:52.903"/>
    <p1510:client id="{97D4A96F-E29D-40F9-A092-37269F191D63}" v="566" dt="2025-12-11T01:03:38.834"/>
    <p1510:client id="{ABB81668-96A0-CEF2-A89C-7862FD68F237}" v="418" dt="2025-12-10T02:34:24.091"/>
    <p1510:client id="{B131064C-EB01-BB07-0D48-AA3969BABF4E}" v="210" dt="2025-12-11T00:58:10.043"/>
    <p1510:client id="{BBDB35FE-5960-446B-A0C7-2C2BDE68649D}" v="214" dt="2025-12-10T06:06:04.45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4" d="100"/>
          <a:sy n="104" d="100"/>
        </p:scale>
        <p:origin x="284" y="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heme" Target="theme/theme1.xml"/><Relationship Id="rId21" Type="http://schemas.openxmlformats.org/officeDocument/2006/relationships/slide" Target="slides/slide17.xml"/><Relationship Id="rId34" Type="http://schemas.openxmlformats.org/officeDocument/2006/relationships/slide" Target="slides/slide30.xml"/><Relationship Id="rId42" Type="http://schemas.microsoft.com/office/2018/10/relationships/authors" Target="author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commentAuthors" Target="commentAuthor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notesMaster" Target="notesMasters/notesMaster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F00BCFC-AFFD-334C-A183-6116BAFDF92B}" type="datetimeFigureOut">
              <a:rPr lang="en-US" smtClean="0"/>
              <a:t>12/10/2025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3C058E0-0852-DB43-83D6-BD76659FF1D8}" type="slidenum">
              <a:rPr lang="en-US" smtClean="0"/>
              <a:t>‹#›</a:t>
            </a:fld>
            <a:endParaRPr lang="en-US"/>
          </a:p>
        </p:txBody>
      </p:sp>
    </p:spTree>
    <p:extLst>
      <p:ext uri="{BB962C8B-B14F-4D97-AF65-F5344CB8AC3E}">
        <p14:creationId xmlns:p14="http://schemas.microsoft.com/office/powerpoint/2010/main" val="15193068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4" name="Freeform 2">
            <a:extLst>
              <a:ext uri="{FF2B5EF4-FFF2-40B4-BE49-F238E27FC236}">
                <a16:creationId xmlns:a16="http://schemas.microsoft.com/office/drawing/2014/main" id="{F51FEA09-E4BD-0741-D624-EED4A231C599}"/>
              </a:ext>
            </a:extLst>
          </p:cNvPr>
          <p:cNvSpPr/>
          <p:nvPr userDrawn="1"/>
        </p:nvSpPr>
        <p:spPr>
          <a:xfrm rot="10800000">
            <a:off x="853427" y="5650992"/>
            <a:ext cx="6821472" cy="1207007"/>
          </a:xfrm>
          <a:custGeom>
            <a:avLst/>
            <a:gdLst>
              <a:gd name="connsiteX0" fmla="*/ 2449167 w 4758726"/>
              <a:gd name="connsiteY0" fmla="*/ 841961 h 842020"/>
              <a:gd name="connsiteX1" fmla="*/ 12024 w 4758726"/>
              <a:gd name="connsiteY1" fmla="*/ 11254 h 842020"/>
              <a:gd name="connsiteX2" fmla="*/ 0 w 4758726"/>
              <a:gd name="connsiteY2" fmla="*/ 0 h 842020"/>
              <a:gd name="connsiteX3" fmla="*/ 4758726 w 4758726"/>
              <a:gd name="connsiteY3" fmla="*/ 0 h 842020"/>
              <a:gd name="connsiteX4" fmla="*/ 4526601 w 4758726"/>
              <a:gd name="connsiteY4" fmla="*/ 141635 h 842020"/>
              <a:gd name="connsiteX5" fmla="*/ 2449167 w 4758726"/>
              <a:gd name="connsiteY5" fmla="*/ 841961 h 84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8726" h="842020">
                <a:moveTo>
                  <a:pt x="2449167" y="841961"/>
                </a:moveTo>
                <a:cubicBezTo>
                  <a:pt x="1373800" y="847496"/>
                  <a:pt x="537447" y="464031"/>
                  <a:pt x="12024" y="11254"/>
                </a:cubicBezTo>
                <a:lnTo>
                  <a:pt x="0" y="0"/>
                </a:lnTo>
                <a:lnTo>
                  <a:pt x="4758726" y="0"/>
                </a:lnTo>
                <a:lnTo>
                  <a:pt x="4526601" y="141635"/>
                </a:lnTo>
                <a:cubicBezTo>
                  <a:pt x="3913845" y="510819"/>
                  <a:pt x="3285564" y="837657"/>
                  <a:pt x="2449167" y="841961"/>
                </a:cubicBezTo>
                <a:close/>
              </a:path>
            </a:pathLst>
          </a:custGeom>
          <a:gradFill>
            <a:gsLst>
              <a:gs pos="0">
                <a:schemeClr val="tx2">
                  <a:alpha val="0"/>
                </a:schemeClr>
              </a:gs>
              <a:gs pos="99000">
                <a:schemeClr val="accent3">
                  <a:alpha val="71647"/>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7" name="Freeform 9">
            <a:extLst>
              <a:ext uri="{FF2B5EF4-FFF2-40B4-BE49-F238E27FC236}">
                <a16:creationId xmlns:a16="http://schemas.microsoft.com/office/drawing/2014/main" id="{B707B5BA-AB15-D1EF-EBC5-F38FCE20FC52}"/>
              </a:ext>
            </a:extLst>
          </p:cNvPr>
          <p:cNvSpPr/>
          <p:nvPr userDrawn="1"/>
        </p:nvSpPr>
        <p:spPr>
          <a:xfrm rot="710202" flipV="1">
            <a:off x="-145573" y="4175628"/>
            <a:ext cx="6040006" cy="3240870"/>
          </a:xfrm>
          <a:custGeom>
            <a:avLst/>
            <a:gdLst>
              <a:gd name="connsiteX0" fmla="*/ 480125 w 6747252"/>
              <a:gd name="connsiteY0" fmla="*/ 0 h 3620355"/>
              <a:gd name="connsiteX1" fmla="*/ 6747252 w 6747252"/>
              <a:gd name="connsiteY1" fmla="*/ 1313462 h 3620355"/>
              <a:gd name="connsiteX2" fmla="*/ 6355443 w 6747252"/>
              <a:gd name="connsiteY2" fmla="*/ 1443581 h 3620355"/>
              <a:gd name="connsiteX3" fmla="*/ 4058536 w 6747252"/>
              <a:gd name="connsiteY3" fmla="*/ 2678500 h 3620355"/>
              <a:gd name="connsiteX4" fmla="*/ 33178 w 6747252"/>
              <a:gd name="connsiteY4" fmla="*/ 2369641 h 3620355"/>
              <a:gd name="connsiteX5" fmla="*/ 0 w 6747252"/>
              <a:gd name="connsiteY5" fmla="*/ 2290898 h 3620355"/>
              <a:gd name="connsiteX6" fmla="*/ 480125 w 6747252"/>
              <a:gd name="connsiteY6" fmla="*/ 0 h 362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47252" h="3620355">
                <a:moveTo>
                  <a:pt x="480125" y="0"/>
                </a:moveTo>
                <a:lnTo>
                  <a:pt x="6747252" y="1313462"/>
                </a:lnTo>
                <a:lnTo>
                  <a:pt x="6355443" y="1443581"/>
                </a:lnTo>
                <a:cubicBezTo>
                  <a:pt x="5476828" y="1758684"/>
                  <a:pt x="4659690" y="2192443"/>
                  <a:pt x="4058536" y="2678500"/>
                </a:cubicBezTo>
                <a:cubicBezTo>
                  <a:pt x="2102261" y="4268418"/>
                  <a:pt x="625747" y="3626023"/>
                  <a:pt x="33178" y="2369641"/>
                </a:cubicBezTo>
                <a:lnTo>
                  <a:pt x="0" y="2290898"/>
                </a:lnTo>
                <a:lnTo>
                  <a:pt x="480125" y="0"/>
                </a:lnTo>
                <a:close/>
              </a:path>
            </a:pathLst>
          </a:custGeom>
          <a:gradFill flip="none" rotWithShape="1">
            <a:gsLst>
              <a:gs pos="97000">
                <a:schemeClr val="accent3">
                  <a:lumMod val="50000"/>
                  <a:alpha val="21210"/>
                </a:schemeClr>
              </a:gs>
              <a:gs pos="72000">
                <a:schemeClr val="accent4">
                  <a:lumMod val="50000"/>
                </a:schemeClr>
              </a:gs>
              <a:gs pos="3000">
                <a:schemeClr val="accent6">
                  <a:alpha val="53787"/>
                </a:schemeClr>
              </a:gs>
            </a:gsLst>
            <a:lin ang="810000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1"/>
              </a:solidFill>
            </a:endParaRPr>
          </a:p>
        </p:txBody>
      </p:sp>
      <p:cxnSp>
        <p:nvCxnSpPr>
          <p:cNvPr id="6" name="Straight Connector 5">
            <a:extLst>
              <a:ext uri="{FF2B5EF4-FFF2-40B4-BE49-F238E27FC236}">
                <a16:creationId xmlns:a16="http://schemas.microsoft.com/office/drawing/2014/main" id="{21AF73CC-B23B-6DCD-7E3E-8213485DF9B7}"/>
              </a:ext>
            </a:extLst>
          </p:cNvPr>
          <p:cNvCxnSpPr>
            <a:cxnSpLocks/>
          </p:cNvCxnSpPr>
          <p:nvPr userDrawn="1"/>
        </p:nvCxnSpPr>
        <p:spPr>
          <a:xfrm rot="5400000">
            <a:off x="6095999" y="3104925"/>
            <a:ext cx="0" cy="165518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7" name="Freeform 1">
            <a:extLst>
              <a:ext uri="{FF2B5EF4-FFF2-40B4-BE49-F238E27FC236}">
                <a16:creationId xmlns:a16="http://schemas.microsoft.com/office/drawing/2014/main" id="{0319ECD0-7050-C18F-AC35-7F8DFA288A58}"/>
              </a:ext>
            </a:extLst>
          </p:cNvPr>
          <p:cNvSpPr/>
          <p:nvPr userDrawn="1"/>
        </p:nvSpPr>
        <p:spPr>
          <a:xfrm>
            <a:off x="-24334" y="1"/>
            <a:ext cx="12218982" cy="6860673"/>
          </a:xfrm>
          <a:custGeom>
            <a:avLst/>
            <a:gdLst>
              <a:gd name="connsiteX0" fmla="*/ 4456 w 12218982"/>
              <a:gd name="connsiteY0" fmla="*/ 0 h 6860673"/>
              <a:gd name="connsiteX1" fmla="*/ 3150735 w 12218982"/>
              <a:gd name="connsiteY1" fmla="*/ 0 h 6860673"/>
              <a:gd name="connsiteX2" fmla="*/ 3150734 w 12218982"/>
              <a:gd name="connsiteY2" fmla="*/ 1 h 6860673"/>
              <a:gd name="connsiteX3" fmla="*/ 3275209 w 12218982"/>
              <a:gd name="connsiteY3" fmla="*/ 1 h 6860673"/>
              <a:gd name="connsiteX4" fmla="*/ 3275209 w 12218982"/>
              <a:gd name="connsiteY4" fmla="*/ 0 h 6860673"/>
              <a:gd name="connsiteX5" fmla="*/ 12218982 w 12218982"/>
              <a:gd name="connsiteY5" fmla="*/ 0 h 6860673"/>
              <a:gd name="connsiteX6" fmla="*/ 12218982 w 12218982"/>
              <a:gd name="connsiteY6" fmla="*/ 1983013 h 6860673"/>
              <a:gd name="connsiteX7" fmla="*/ 12062259 w 12218982"/>
              <a:gd name="connsiteY7" fmla="*/ 2024385 h 6860673"/>
              <a:gd name="connsiteX8" fmla="*/ 10972986 w 12218982"/>
              <a:gd name="connsiteY8" fmla="*/ 2139627 h 6860673"/>
              <a:gd name="connsiteX9" fmla="*/ 5417726 w 12218982"/>
              <a:gd name="connsiteY9" fmla="*/ 115939 h 6860673"/>
              <a:gd name="connsiteX10" fmla="*/ 5011629 w 12218982"/>
              <a:gd name="connsiteY10" fmla="*/ 121918 h 6860673"/>
              <a:gd name="connsiteX11" fmla="*/ 4783396 w 12218982"/>
              <a:gd name="connsiteY11" fmla="*/ 139697 h 6860673"/>
              <a:gd name="connsiteX12" fmla="*/ 4570293 w 12218982"/>
              <a:gd name="connsiteY12" fmla="*/ 145085 h 6860673"/>
              <a:gd name="connsiteX13" fmla="*/ 692864 w 12218982"/>
              <a:gd name="connsiteY13" fmla="*/ 2723368 h 6860673"/>
              <a:gd name="connsiteX14" fmla="*/ 653810 w 12218982"/>
              <a:gd name="connsiteY14" fmla="*/ 2809752 h 6860673"/>
              <a:gd name="connsiteX15" fmla="*/ 633474 w 12218982"/>
              <a:gd name="connsiteY15" fmla="*/ 2851993 h 6860673"/>
              <a:gd name="connsiteX16" fmla="*/ 551923 w 12218982"/>
              <a:gd name="connsiteY16" fmla="*/ 3041708 h 6860673"/>
              <a:gd name="connsiteX17" fmla="*/ 532245 w 12218982"/>
              <a:gd name="connsiteY17" fmla="*/ 3101107 h 6860673"/>
              <a:gd name="connsiteX18" fmla="*/ 519820 w 12218982"/>
              <a:gd name="connsiteY18" fmla="*/ 3132620 h 6860673"/>
              <a:gd name="connsiteX19" fmla="*/ 242995 w 12218982"/>
              <a:gd name="connsiteY19" fmla="*/ 4701210 h 6860673"/>
              <a:gd name="connsiteX20" fmla="*/ 692864 w 12218982"/>
              <a:gd name="connsiteY20" fmla="*/ 6679052 h 6860673"/>
              <a:gd name="connsiteX21" fmla="*/ 784515 w 12218982"/>
              <a:gd name="connsiteY21" fmla="*/ 6858000 h 6860673"/>
              <a:gd name="connsiteX22" fmla="*/ 341340 w 12218982"/>
              <a:gd name="connsiteY22" fmla="*/ 6858000 h 6860673"/>
              <a:gd name="connsiteX23" fmla="*/ 341340 w 12218982"/>
              <a:gd name="connsiteY23" fmla="*/ 6860673 h 6860673"/>
              <a:gd name="connsiteX24" fmla="*/ 4456 w 12218982"/>
              <a:gd name="connsiteY24" fmla="*/ 6860673 h 6860673"/>
              <a:gd name="connsiteX25" fmla="*/ 4456 w 12218982"/>
              <a:gd name="connsiteY25" fmla="*/ 2794000 h 6860673"/>
              <a:gd name="connsiteX26" fmla="*/ 0 w 12218982"/>
              <a:gd name="connsiteY26" fmla="*/ 2794000 h 6860673"/>
              <a:gd name="connsiteX27" fmla="*/ 0 w 12218982"/>
              <a:gd name="connsiteY27" fmla="*/ 2022550 h 6860673"/>
              <a:gd name="connsiteX28" fmla="*/ 4456 w 12218982"/>
              <a:gd name="connsiteY28" fmla="*/ 2022550 h 6860673"/>
              <a:gd name="connsiteX29" fmla="*/ 4456 w 12218982"/>
              <a:gd name="connsiteY29" fmla="*/ 1646989 h 6860673"/>
              <a:gd name="connsiteX30" fmla="*/ 4456 w 12218982"/>
              <a:gd name="connsiteY30" fmla="*/ 0 h 68606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2218982" h="6860673">
                <a:moveTo>
                  <a:pt x="4456" y="0"/>
                </a:moveTo>
                <a:lnTo>
                  <a:pt x="3150735" y="0"/>
                </a:lnTo>
                <a:lnTo>
                  <a:pt x="3150734" y="1"/>
                </a:lnTo>
                <a:lnTo>
                  <a:pt x="3275209" y="1"/>
                </a:lnTo>
                <a:lnTo>
                  <a:pt x="3275209" y="0"/>
                </a:lnTo>
                <a:lnTo>
                  <a:pt x="12218982" y="0"/>
                </a:lnTo>
                <a:lnTo>
                  <a:pt x="12218982" y="1983013"/>
                </a:lnTo>
                <a:lnTo>
                  <a:pt x="12062259" y="2024385"/>
                </a:lnTo>
                <a:cubicBezTo>
                  <a:pt x="11728036" y="2099441"/>
                  <a:pt x="11364094" y="2141640"/>
                  <a:pt x="10972986" y="2139627"/>
                </a:cubicBezTo>
                <a:cubicBezTo>
                  <a:pt x="8748018" y="2128176"/>
                  <a:pt x="7788484" y="155587"/>
                  <a:pt x="5417726" y="115939"/>
                </a:cubicBezTo>
                <a:cubicBezTo>
                  <a:pt x="5278815" y="113616"/>
                  <a:pt x="5143479" y="115764"/>
                  <a:pt x="5011629" y="121918"/>
                </a:cubicBezTo>
                <a:lnTo>
                  <a:pt x="4783396" y="139697"/>
                </a:lnTo>
                <a:lnTo>
                  <a:pt x="4570293" y="145085"/>
                </a:lnTo>
                <a:cubicBezTo>
                  <a:pt x="2859647" y="231798"/>
                  <a:pt x="1397605" y="1260791"/>
                  <a:pt x="692864" y="2723368"/>
                </a:cubicBezTo>
                <a:lnTo>
                  <a:pt x="653810" y="2809752"/>
                </a:lnTo>
                <a:lnTo>
                  <a:pt x="633474" y="2851993"/>
                </a:lnTo>
                <a:cubicBezTo>
                  <a:pt x="600933" y="2920155"/>
                  <a:pt x="575052" y="2977311"/>
                  <a:pt x="551923" y="3041708"/>
                </a:cubicBezTo>
                <a:lnTo>
                  <a:pt x="532245" y="3101107"/>
                </a:lnTo>
                <a:lnTo>
                  <a:pt x="519820" y="3132620"/>
                </a:lnTo>
                <a:cubicBezTo>
                  <a:pt x="340732" y="3621732"/>
                  <a:pt x="242995" y="4150057"/>
                  <a:pt x="242995" y="4701210"/>
                </a:cubicBezTo>
                <a:cubicBezTo>
                  <a:pt x="242995" y="5409836"/>
                  <a:pt x="404560" y="6080725"/>
                  <a:pt x="692864" y="6679052"/>
                </a:cubicBezTo>
                <a:lnTo>
                  <a:pt x="784515" y="6858000"/>
                </a:lnTo>
                <a:lnTo>
                  <a:pt x="341340" y="6858000"/>
                </a:lnTo>
                <a:lnTo>
                  <a:pt x="341340" y="6860673"/>
                </a:lnTo>
                <a:lnTo>
                  <a:pt x="4456" y="6860673"/>
                </a:lnTo>
                <a:lnTo>
                  <a:pt x="4456" y="2794000"/>
                </a:lnTo>
                <a:lnTo>
                  <a:pt x="0" y="2794000"/>
                </a:lnTo>
                <a:lnTo>
                  <a:pt x="0" y="2022550"/>
                </a:lnTo>
                <a:lnTo>
                  <a:pt x="4456" y="2022550"/>
                </a:lnTo>
                <a:lnTo>
                  <a:pt x="4456" y="1646989"/>
                </a:lnTo>
                <a:lnTo>
                  <a:pt x="4456" y="0"/>
                </a:lnTo>
                <a:close/>
              </a:path>
            </a:pathLst>
          </a:custGeom>
          <a:gradFill>
            <a:gsLst>
              <a:gs pos="0">
                <a:schemeClr val="accent1">
                  <a:alpha val="31889"/>
                </a:schemeClr>
              </a:gs>
              <a:gs pos="77000">
                <a:schemeClr val="accent3">
                  <a:lumMod val="25000"/>
                  <a:alpha val="0"/>
                </a:schemeClr>
              </a:gs>
            </a:gsLst>
            <a:path path="circle">
              <a:fillToRect t="100000" r="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8" name="Freeform 3">
            <a:extLst>
              <a:ext uri="{FF2B5EF4-FFF2-40B4-BE49-F238E27FC236}">
                <a16:creationId xmlns:a16="http://schemas.microsoft.com/office/drawing/2014/main" id="{332954FC-1C1B-B277-413F-3CBA66FD1EAD}"/>
              </a:ext>
            </a:extLst>
          </p:cNvPr>
          <p:cNvSpPr/>
          <p:nvPr userDrawn="1"/>
        </p:nvSpPr>
        <p:spPr>
          <a:xfrm flipH="1" flipV="1">
            <a:off x="-26982" y="9939"/>
            <a:ext cx="12218982" cy="6860673"/>
          </a:xfrm>
          <a:custGeom>
            <a:avLst/>
            <a:gdLst>
              <a:gd name="connsiteX0" fmla="*/ 4456 w 12218982"/>
              <a:gd name="connsiteY0" fmla="*/ 0 h 6860673"/>
              <a:gd name="connsiteX1" fmla="*/ 3150735 w 12218982"/>
              <a:gd name="connsiteY1" fmla="*/ 0 h 6860673"/>
              <a:gd name="connsiteX2" fmla="*/ 3150734 w 12218982"/>
              <a:gd name="connsiteY2" fmla="*/ 1 h 6860673"/>
              <a:gd name="connsiteX3" fmla="*/ 3275209 w 12218982"/>
              <a:gd name="connsiteY3" fmla="*/ 1 h 6860673"/>
              <a:gd name="connsiteX4" fmla="*/ 3275209 w 12218982"/>
              <a:gd name="connsiteY4" fmla="*/ 0 h 6860673"/>
              <a:gd name="connsiteX5" fmla="*/ 12218982 w 12218982"/>
              <a:gd name="connsiteY5" fmla="*/ 0 h 6860673"/>
              <a:gd name="connsiteX6" fmla="*/ 12218982 w 12218982"/>
              <a:gd name="connsiteY6" fmla="*/ 1983013 h 6860673"/>
              <a:gd name="connsiteX7" fmla="*/ 12062259 w 12218982"/>
              <a:gd name="connsiteY7" fmla="*/ 2024385 h 6860673"/>
              <a:gd name="connsiteX8" fmla="*/ 10972986 w 12218982"/>
              <a:gd name="connsiteY8" fmla="*/ 2139627 h 6860673"/>
              <a:gd name="connsiteX9" fmla="*/ 5417726 w 12218982"/>
              <a:gd name="connsiteY9" fmla="*/ 115939 h 6860673"/>
              <a:gd name="connsiteX10" fmla="*/ 5011629 w 12218982"/>
              <a:gd name="connsiteY10" fmla="*/ 121918 h 6860673"/>
              <a:gd name="connsiteX11" fmla="*/ 4783396 w 12218982"/>
              <a:gd name="connsiteY11" fmla="*/ 139697 h 6860673"/>
              <a:gd name="connsiteX12" fmla="*/ 4570293 w 12218982"/>
              <a:gd name="connsiteY12" fmla="*/ 145085 h 6860673"/>
              <a:gd name="connsiteX13" fmla="*/ 692864 w 12218982"/>
              <a:gd name="connsiteY13" fmla="*/ 2723368 h 6860673"/>
              <a:gd name="connsiteX14" fmla="*/ 653810 w 12218982"/>
              <a:gd name="connsiteY14" fmla="*/ 2809752 h 6860673"/>
              <a:gd name="connsiteX15" fmla="*/ 633474 w 12218982"/>
              <a:gd name="connsiteY15" fmla="*/ 2851993 h 6860673"/>
              <a:gd name="connsiteX16" fmla="*/ 551923 w 12218982"/>
              <a:gd name="connsiteY16" fmla="*/ 3041708 h 6860673"/>
              <a:gd name="connsiteX17" fmla="*/ 532245 w 12218982"/>
              <a:gd name="connsiteY17" fmla="*/ 3101107 h 6860673"/>
              <a:gd name="connsiteX18" fmla="*/ 519820 w 12218982"/>
              <a:gd name="connsiteY18" fmla="*/ 3132620 h 6860673"/>
              <a:gd name="connsiteX19" fmla="*/ 242995 w 12218982"/>
              <a:gd name="connsiteY19" fmla="*/ 4701210 h 6860673"/>
              <a:gd name="connsiteX20" fmla="*/ 692864 w 12218982"/>
              <a:gd name="connsiteY20" fmla="*/ 6679052 h 6860673"/>
              <a:gd name="connsiteX21" fmla="*/ 784515 w 12218982"/>
              <a:gd name="connsiteY21" fmla="*/ 6858000 h 6860673"/>
              <a:gd name="connsiteX22" fmla="*/ 341340 w 12218982"/>
              <a:gd name="connsiteY22" fmla="*/ 6858000 h 6860673"/>
              <a:gd name="connsiteX23" fmla="*/ 341340 w 12218982"/>
              <a:gd name="connsiteY23" fmla="*/ 6860673 h 6860673"/>
              <a:gd name="connsiteX24" fmla="*/ 4456 w 12218982"/>
              <a:gd name="connsiteY24" fmla="*/ 6860673 h 6860673"/>
              <a:gd name="connsiteX25" fmla="*/ 4456 w 12218982"/>
              <a:gd name="connsiteY25" fmla="*/ 2794000 h 6860673"/>
              <a:gd name="connsiteX26" fmla="*/ 0 w 12218982"/>
              <a:gd name="connsiteY26" fmla="*/ 2794000 h 6860673"/>
              <a:gd name="connsiteX27" fmla="*/ 0 w 12218982"/>
              <a:gd name="connsiteY27" fmla="*/ 2022550 h 6860673"/>
              <a:gd name="connsiteX28" fmla="*/ 4456 w 12218982"/>
              <a:gd name="connsiteY28" fmla="*/ 2022550 h 6860673"/>
              <a:gd name="connsiteX29" fmla="*/ 4456 w 12218982"/>
              <a:gd name="connsiteY29" fmla="*/ 1646989 h 6860673"/>
              <a:gd name="connsiteX30" fmla="*/ 4456 w 12218982"/>
              <a:gd name="connsiteY30" fmla="*/ 0 h 68606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2218982" h="6860673">
                <a:moveTo>
                  <a:pt x="4456" y="0"/>
                </a:moveTo>
                <a:lnTo>
                  <a:pt x="3150735" y="0"/>
                </a:lnTo>
                <a:lnTo>
                  <a:pt x="3150734" y="1"/>
                </a:lnTo>
                <a:lnTo>
                  <a:pt x="3275209" y="1"/>
                </a:lnTo>
                <a:lnTo>
                  <a:pt x="3275209" y="0"/>
                </a:lnTo>
                <a:lnTo>
                  <a:pt x="12218982" y="0"/>
                </a:lnTo>
                <a:lnTo>
                  <a:pt x="12218982" y="1983013"/>
                </a:lnTo>
                <a:lnTo>
                  <a:pt x="12062259" y="2024385"/>
                </a:lnTo>
                <a:cubicBezTo>
                  <a:pt x="11728036" y="2099441"/>
                  <a:pt x="11364094" y="2141640"/>
                  <a:pt x="10972986" y="2139627"/>
                </a:cubicBezTo>
                <a:cubicBezTo>
                  <a:pt x="8748018" y="2128176"/>
                  <a:pt x="7788484" y="155587"/>
                  <a:pt x="5417726" y="115939"/>
                </a:cubicBezTo>
                <a:cubicBezTo>
                  <a:pt x="5278815" y="113616"/>
                  <a:pt x="5143479" y="115764"/>
                  <a:pt x="5011629" y="121918"/>
                </a:cubicBezTo>
                <a:lnTo>
                  <a:pt x="4783396" y="139697"/>
                </a:lnTo>
                <a:lnTo>
                  <a:pt x="4570293" y="145085"/>
                </a:lnTo>
                <a:cubicBezTo>
                  <a:pt x="2859647" y="231798"/>
                  <a:pt x="1397605" y="1260791"/>
                  <a:pt x="692864" y="2723368"/>
                </a:cubicBezTo>
                <a:lnTo>
                  <a:pt x="653810" y="2809752"/>
                </a:lnTo>
                <a:lnTo>
                  <a:pt x="633474" y="2851993"/>
                </a:lnTo>
                <a:cubicBezTo>
                  <a:pt x="600933" y="2920155"/>
                  <a:pt x="575052" y="2977311"/>
                  <a:pt x="551923" y="3041708"/>
                </a:cubicBezTo>
                <a:lnTo>
                  <a:pt x="532245" y="3101107"/>
                </a:lnTo>
                <a:lnTo>
                  <a:pt x="519820" y="3132620"/>
                </a:lnTo>
                <a:cubicBezTo>
                  <a:pt x="340732" y="3621732"/>
                  <a:pt x="242995" y="4150057"/>
                  <a:pt x="242995" y="4701210"/>
                </a:cubicBezTo>
                <a:cubicBezTo>
                  <a:pt x="242995" y="5409836"/>
                  <a:pt x="404560" y="6080725"/>
                  <a:pt x="692864" y="6679052"/>
                </a:cubicBezTo>
                <a:lnTo>
                  <a:pt x="784515" y="6858000"/>
                </a:lnTo>
                <a:lnTo>
                  <a:pt x="341340" y="6858000"/>
                </a:lnTo>
                <a:lnTo>
                  <a:pt x="341340" y="6860673"/>
                </a:lnTo>
                <a:lnTo>
                  <a:pt x="4456" y="6860673"/>
                </a:lnTo>
                <a:lnTo>
                  <a:pt x="4456" y="2794000"/>
                </a:lnTo>
                <a:lnTo>
                  <a:pt x="0" y="2794000"/>
                </a:lnTo>
                <a:lnTo>
                  <a:pt x="0" y="2022550"/>
                </a:lnTo>
                <a:lnTo>
                  <a:pt x="4456" y="2022550"/>
                </a:lnTo>
                <a:lnTo>
                  <a:pt x="4456" y="1646989"/>
                </a:lnTo>
                <a:lnTo>
                  <a:pt x="4456" y="0"/>
                </a:lnTo>
                <a:close/>
              </a:path>
            </a:pathLst>
          </a:custGeom>
          <a:gradFill>
            <a:gsLst>
              <a:gs pos="0">
                <a:schemeClr val="accent3">
                  <a:lumMod val="50000"/>
                </a:schemeClr>
              </a:gs>
              <a:gs pos="77000">
                <a:schemeClr val="accent3">
                  <a:lumMod val="25000"/>
                  <a:alpha val="0"/>
                </a:schemeClr>
              </a:gs>
            </a:gsLst>
            <a:path path="circle">
              <a:fillToRect t="100000" r="100000"/>
            </a:path>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9" name="Freeform 4">
            <a:extLst>
              <a:ext uri="{FF2B5EF4-FFF2-40B4-BE49-F238E27FC236}">
                <a16:creationId xmlns:a16="http://schemas.microsoft.com/office/drawing/2014/main" id="{9AD65933-4DAE-2A46-C7F9-2A20CB244088}"/>
              </a:ext>
            </a:extLst>
          </p:cNvPr>
          <p:cNvSpPr/>
          <p:nvPr userDrawn="1"/>
        </p:nvSpPr>
        <p:spPr>
          <a:xfrm>
            <a:off x="4603793" y="0"/>
            <a:ext cx="6821472" cy="1207007"/>
          </a:xfrm>
          <a:custGeom>
            <a:avLst/>
            <a:gdLst>
              <a:gd name="connsiteX0" fmla="*/ 2449167 w 4758726"/>
              <a:gd name="connsiteY0" fmla="*/ 841961 h 842020"/>
              <a:gd name="connsiteX1" fmla="*/ 12024 w 4758726"/>
              <a:gd name="connsiteY1" fmla="*/ 11254 h 842020"/>
              <a:gd name="connsiteX2" fmla="*/ 0 w 4758726"/>
              <a:gd name="connsiteY2" fmla="*/ 0 h 842020"/>
              <a:gd name="connsiteX3" fmla="*/ 4758726 w 4758726"/>
              <a:gd name="connsiteY3" fmla="*/ 0 h 842020"/>
              <a:gd name="connsiteX4" fmla="*/ 4526601 w 4758726"/>
              <a:gd name="connsiteY4" fmla="*/ 141635 h 842020"/>
              <a:gd name="connsiteX5" fmla="*/ 2449167 w 4758726"/>
              <a:gd name="connsiteY5" fmla="*/ 841961 h 84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8726" h="842020">
                <a:moveTo>
                  <a:pt x="2449167" y="841961"/>
                </a:moveTo>
                <a:cubicBezTo>
                  <a:pt x="1373800" y="847496"/>
                  <a:pt x="537447" y="464031"/>
                  <a:pt x="12024" y="11254"/>
                </a:cubicBezTo>
                <a:lnTo>
                  <a:pt x="0" y="0"/>
                </a:lnTo>
                <a:lnTo>
                  <a:pt x="4758726" y="0"/>
                </a:lnTo>
                <a:lnTo>
                  <a:pt x="4526601" y="141635"/>
                </a:lnTo>
                <a:cubicBezTo>
                  <a:pt x="3913845" y="510819"/>
                  <a:pt x="3285564" y="837657"/>
                  <a:pt x="2449167" y="841961"/>
                </a:cubicBezTo>
                <a:close/>
              </a:path>
            </a:pathLst>
          </a:custGeom>
          <a:gradFill>
            <a:gsLst>
              <a:gs pos="41000">
                <a:schemeClr val="accent5">
                  <a:alpha val="21000"/>
                </a:schemeClr>
              </a:gs>
              <a:gs pos="98000">
                <a:schemeClr val="accent5">
                  <a:lumMod val="50000"/>
                </a:schemeClr>
              </a:gs>
            </a:gsLst>
            <a:lin ang="132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8" name="Freeform 5">
            <a:extLst>
              <a:ext uri="{FF2B5EF4-FFF2-40B4-BE49-F238E27FC236}">
                <a16:creationId xmlns:a16="http://schemas.microsoft.com/office/drawing/2014/main" id="{078C0FDD-401B-0E80-5823-215C99BAE6B2}"/>
              </a:ext>
            </a:extLst>
          </p:cNvPr>
          <p:cNvSpPr/>
          <p:nvPr userDrawn="1"/>
        </p:nvSpPr>
        <p:spPr>
          <a:xfrm rot="710202" flipH="1">
            <a:off x="6511239" y="-551340"/>
            <a:ext cx="5838132" cy="3132551"/>
          </a:xfrm>
          <a:custGeom>
            <a:avLst/>
            <a:gdLst>
              <a:gd name="connsiteX0" fmla="*/ 480125 w 6747252"/>
              <a:gd name="connsiteY0" fmla="*/ 0 h 3620355"/>
              <a:gd name="connsiteX1" fmla="*/ 6747252 w 6747252"/>
              <a:gd name="connsiteY1" fmla="*/ 1313462 h 3620355"/>
              <a:gd name="connsiteX2" fmla="*/ 6355443 w 6747252"/>
              <a:gd name="connsiteY2" fmla="*/ 1443581 h 3620355"/>
              <a:gd name="connsiteX3" fmla="*/ 4058536 w 6747252"/>
              <a:gd name="connsiteY3" fmla="*/ 2678500 h 3620355"/>
              <a:gd name="connsiteX4" fmla="*/ 33178 w 6747252"/>
              <a:gd name="connsiteY4" fmla="*/ 2369641 h 3620355"/>
              <a:gd name="connsiteX5" fmla="*/ 0 w 6747252"/>
              <a:gd name="connsiteY5" fmla="*/ 2290898 h 3620355"/>
              <a:gd name="connsiteX6" fmla="*/ 480125 w 6747252"/>
              <a:gd name="connsiteY6" fmla="*/ 0 h 362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47252" h="3620355">
                <a:moveTo>
                  <a:pt x="480125" y="0"/>
                </a:moveTo>
                <a:lnTo>
                  <a:pt x="6747252" y="1313462"/>
                </a:lnTo>
                <a:lnTo>
                  <a:pt x="6355443" y="1443581"/>
                </a:lnTo>
                <a:cubicBezTo>
                  <a:pt x="5476828" y="1758684"/>
                  <a:pt x="4659690" y="2192443"/>
                  <a:pt x="4058536" y="2678500"/>
                </a:cubicBezTo>
                <a:cubicBezTo>
                  <a:pt x="2102261" y="4268418"/>
                  <a:pt x="625747" y="3626023"/>
                  <a:pt x="33178" y="2369641"/>
                </a:cubicBezTo>
                <a:lnTo>
                  <a:pt x="0" y="2290898"/>
                </a:lnTo>
                <a:lnTo>
                  <a:pt x="480125" y="0"/>
                </a:lnTo>
                <a:close/>
              </a:path>
            </a:pathLst>
          </a:custGeom>
          <a:gradFill flip="none" rotWithShape="1">
            <a:gsLst>
              <a:gs pos="100000">
                <a:schemeClr val="accent4">
                  <a:lumMod val="75000"/>
                  <a:alpha val="19000"/>
                </a:schemeClr>
              </a:gs>
              <a:gs pos="0">
                <a:schemeClr val="accent6">
                  <a:alpha val="61994"/>
                </a:schemeClr>
              </a:gs>
            </a:gsLst>
            <a:lin ang="270000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1"/>
              </a:solidFill>
            </a:endParaRPr>
          </a:p>
        </p:txBody>
      </p:sp>
      <p:sp>
        <p:nvSpPr>
          <p:cNvPr id="2" name="Title 1">
            <a:extLst>
              <a:ext uri="{FF2B5EF4-FFF2-40B4-BE49-F238E27FC236}">
                <a16:creationId xmlns:a16="http://schemas.microsoft.com/office/drawing/2014/main" id="{494248F2-5264-4601-AA0B-6C092F77F2DD}"/>
              </a:ext>
            </a:extLst>
          </p:cNvPr>
          <p:cNvSpPr>
            <a:spLocks noGrp="1"/>
          </p:cNvSpPr>
          <p:nvPr>
            <p:ph type="ctrTitle"/>
          </p:nvPr>
        </p:nvSpPr>
        <p:spPr>
          <a:xfrm>
            <a:off x="1243584" y="2176272"/>
            <a:ext cx="9921240" cy="1481328"/>
          </a:xfrm>
        </p:spPr>
        <p:txBody>
          <a:bodyPr anchor="b">
            <a:noAutofit/>
          </a:bodyPr>
          <a:lstStyle>
            <a:lvl1pPr algn="ctr">
              <a:defRPr sz="4800"/>
            </a:lvl1pPr>
          </a:lstStyle>
          <a:p>
            <a:r>
              <a:rPr lang="en-US"/>
              <a:t>Click to edit Master title style</a:t>
            </a:r>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2560320" y="4261104"/>
            <a:ext cx="7068312" cy="758952"/>
          </a:xfrm>
        </p:spPr>
        <p:txBody>
          <a:bodyPr>
            <a:noAutofit/>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25693409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4" name="Freeform 15">
            <a:extLst>
              <a:ext uri="{FF2B5EF4-FFF2-40B4-BE49-F238E27FC236}">
                <a16:creationId xmlns:a16="http://schemas.microsoft.com/office/drawing/2014/main" id="{079F0D65-9DED-1DC3-6E6D-E4AD5252A007}"/>
              </a:ext>
            </a:extLst>
          </p:cNvPr>
          <p:cNvSpPr/>
          <p:nvPr userDrawn="1"/>
        </p:nvSpPr>
        <p:spPr>
          <a:xfrm rot="16200000" flipV="1">
            <a:off x="6507450" y="1163358"/>
            <a:ext cx="6858000" cy="4531278"/>
          </a:xfrm>
          <a:custGeom>
            <a:avLst/>
            <a:gdLst>
              <a:gd name="connsiteX0" fmla="*/ 6858000 w 6858000"/>
              <a:gd name="connsiteY0" fmla="*/ 3150313 h 3750964"/>
              <a:gd name="connsiteX1" fmla="*/ 6858000 w 6858000"/>
              <a:gd name="connsiteY1" fmla="*/ 0 h 3750964"/>
              <a:gd name="connsiteX2" fmla="*/ 0 w 6858000"/>
              <a:gd name="connsiteY2" fmla="*/ 0 h 3750964"/>
              <a:gd name="connsiteX3" fmla="*/ 0 w 6858000"/>
              <a:gd name="connsiteY3" fmla="*/ 3220894 h 3750964"/>
              <a:gd name="connsiteX4" fmla="*/ 10973 w 6858000"/>
              <a:gd name="connsiteY4" fmla="*/ 3230398 h 3750964"/>
              <a:gd name="connsiteX5" fmla="*/ 1661251 w 6858000"/>
              <a:gd name="connsiteY5" fmla="*/ 3750927 h 3750964"/>
              <a:gd name="connsiteX6" fmla="*/ 4893397 w 6858000"/>
              <a:gd name="connsiteY6" fmla="*/ 2661368 h 3750964"/>
              <a:gd name="connsiteX7" fmla="*/ 6834019 w 6858000"/>
              <a:gd name="connsiteY7" fmla="*/ 3137932 h 3750964"/>
              <a:gd name="connsiteX8" fmla="*/ 6858000 w 6858000"/>
              <a:gd name="connsiteY8" fmla="*/ 3150313 h 3750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8000" h="3750964">
                <a:moveTo>
                  <a:pt x="6858000" y="3150313"/>
                </a:moveTo>
                <a:lnTo>
                  <a:pt x="6858000" y="0"/>
                </a:lnTo>
                <a:lnTo>
                  <a:pt x="0" y="0"/>
                </a:lnTo>
                <a:lnTo>
                  <a:pt x="0" y="3220894"/>
                </a:lnTo>
                <a:lnTo>
                  <a:pt x="10973" y="3230398"/>
                </a:lnTo>
                <a:cubicBezTo>
                  <a:pt x="366756" y="3514112"/>
                  <a:pt x="933081" y="3754395"/>
                  <a:pt x="1661251" y="3750927"/>
                </a:cubicBezTo>
                <a:cubicBezTo>
                  <a:pt x="2955776" y="3744762"/>
                  <a:pt x="3514049" y="2682714"/>
                  <a:pt x="4893397" y="2661368"/>
                </a:cubicBezTo>
                <a:cubicBezTo>
                  <a:pt x="5755490" y="2648026"/>
                  <a:pt x="6380835" y="2908605"/>
                  <a:pt x="6834019" y="3137932"/>
                </a:cubicBezTo>
                <a:lnTo>
                  <a:pt x="6858000" y="3150313"/>
                </a:lnTo>
                <a:close/>
              </a:path>
            </a:pathLst>
          </a:custGeom>
          <a:solidFill>
            <a:schemeClr val="accent4">
              <a:alpha val="1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 name="Freeform 18">
            <a:extLst>
              <a:ext uri="{FF2B5EF4-FFF2-40B4-BE49-F238E27FC236}">
                <a16:creationId xmlns:a16="http://schemas.microsoft.com/office/drawing/2014/main" id="{9C605622-8F1F-632F-D5C0-1F2E7875EBA1}"/>
              </a:ext>
            </a:extLst>
          </p:cNvPr>
          <p:cNvSpPr/>
          <p:nvPr userDrawn="1"/>
        </p:nvSpPr>
        <p:spPr>
          <a:xfrm rot="5400000">
            <a:off x="6488397" y="1182411"/>
            <a:ext cx="6858000" cy="4493171"/>
          </a:xfrm>
          <a:custGeom>
            <a:avLst/>
            <a:gdLst>
              <a:gd name="connsiteX0" fmla="*/ 0 w 6858000"/>
              <a:gd name="connsiteY0" fmla="*/ 3300688 h 4744323"/>
              <a:gd name="connsiteX1" fmla="*/ 0 w 6858000"/>
              <a:gd name="connsiteY1" fmla="*/ 0 h 4744323"/>
              <a:gd name="connsiteX2" fmla="*/ 6858000 w 6858000"/>
              <a:gd name="connsiteY2" fmla="*/ 0 h 4744323"/>
              <a:gd name="connsiteX3" fmla="*/ 6858000 w 6858000"/>
              <a:gd name="connsiteY3" fmla="*/ 3130282 h 4744323"/>
              <a:gd name="connsiteX4" fmla="*/ 6685009 w 6858000"/>
              <a:gd name="connsiteY4" fmla="*/ 3177721 h 4744323"/>
              <a:gd name="connsiteX5" fmla="*/ 2944852 w 6858000"/>
              <a:gd name="connsiteY5" fmla="*/ 4744264 h 4744323"/>
              <a:gd name="connsiteX6" fmla="*/ 88593 w 6858000"/>
              <a:gd name="connsiteY6" fmla="*/ 3449517 h 4744323"/>
              <a:gd name="connsiteX7" fmla="*/ 0 w 6858000"/>
              <a:gd name="connsiteY7" fmla="*/ 3300688 h 47443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58000" h="4744323">
                <a:moveTo>
                  <a:pt x="0" y="3300688"/>
                </a:moveTo>
                <a:lnTo>
                  <a:pt x="0" y="0"/>
                </a:lnTo>
                <a:lnTo>
                  <a:pt x="6858000" y="0"/>
                </a:lnTo>
                <a:lnTo>
                  <a:pt x="6858000" y="3130282"/>
                </a:lnTo>
                <a:lnTo>
                  <a:pt x="6685009" y="3177721"/>
                </a:lnTo>
                <a:cubicBezTo>
                  <a:pt x="5333681" y="3615865"/>
                  <a:pt x="4498161" y="4736270"/>
                  <a:pt x="2944852" y="4744264"/>
                </a:cubicBezTo>
                <a:cubicBezTo>
                  <a:pt x="1511029" y="4751644"/>
                  <a:pt x="502120" y="4067469"/>
                  <a:pt x="88593" y="3449517"/>
                </a:cubicBezTo>
                <a:lnTo>
                  <a:pt x="0" y="3300688"/>
                </a:lnTo>
                <a:close/>
              </a:path>
            </a:pathLst>
          </a:custGeom>
          <a:gradFill flip="none" rotWithShape="1">
            <a:gsLst>
              <a:gs pos="4000">
                <a:schemeClr val="accent2">
                  <a:alpha val="23589"/>
                </a:schemeClr>
              </a:gs>
              <a:gs pos="79000">
                <a:schemeClr val="accent5">
                  <a:lumMod val="50000"/>
                  <a:alpha val="52188"/>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6" name="Freeform 12">
            <a:extLst>
              <a:ext uri="{FF2B5EF4-FFF2-40B4-BE49-F238E27FC236}">
                <a16:creationId xmlns:a16="http://schemas.microsoft.com/office/drawing/2014/main" id="{919AB4B2-2D3A-FCB5-0314-CC465BCC0E5D}"/>
              </a:ext>
            </a:extLst>
          </p:cNvPr>
          <p:cNvSpPr/>
          <p:nvPr userDrawn="1"/>
        </p:nvSpPr>
        <p:spPr>
          <a:xfrm rot="5400000">
            <a:off x="6926379" y="1582290"/>
            <a:ext cx="6858001" cy="3693421"/>
          </a:xfrm>
          <a:custGeom>
            <a:avLst/>
            <a:gdLst>
              <a:gd name="connsiteX0" fmla="*/ 0 w 6858001"/>
              <a:gd name="connsiteY0" fmla="*/ 3437558 h 3693421"/>
              <a:gd name="connsiteX1" fmla="*/ 0 w 6858001"/>
              <a:gd name="connsiteY1" fmla="*/ 0 h 3693421"/>
              <a:gd name="connsiteX2" fmla="*/ 6858001 w 6858001"/>
              <a:gd name="connsiteY2" fmla="*/ 0 h 3693421"/>
              <a:gd name="connsiteX3" fmla="*/ 6858001 w 6858001"/>
              <a:gd name="connsiteY3" fmla="*/ 1982949 h 3693421"/>
              <a:gd name="connsiteX4" fmla="*/ 6594582 w 6858001"/>
              <a:gd name="connsiteY4" fmla="*/ 1960784 h 3693421"/>
              <a:gd name="connsiteX5" fmla="*/ 6223032 w 6858001"/>
              <a:gd name="connsiteY5" fmla="*/ 1954544 h 3693421"/>
              <a:gd name="connsiteX6" fmla="*/ 1449771 w 6858001"/>
              <a:gd name="connsiteY6" fmla="*/ 3693362 h 3693421"/>
              <a:gd name="connsiteX7" fmla="*/ 163899 w 6858001"/>
              <a:gd name="connsiteY7" fmla="*/ 3498289 h 3693421"/>
              <a:gd name="connsiteX8" fmla="*/ 0 w 6858001"/>
              <a:gd name="connsiteY8" fmla="*/ 3437558 h 36934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8001" h="3693421">
                <a:moveTo>
                  <a:pt x="0" y="3437558"/>
                </a:moveTo>
                <a:lnTo>
                  <a:pt x="0" y="0"/>
                </a:lnTo>
                <a:lnTo>
                  <a:pt x="6858001" y="0"/>
                </a:lnTo>
                <a:lnTo>
                  <a:pt x="6858001" y="1982949"/>
                </a:lnTo>
                <a:lnTo>
                  <a:pt x="6594582" y="1960784"/>
                </a:lnTo>
                <a:cubicBezTo>
                  <a:pt x="6474164" y="1954657"/>
                  <a:pt x="6350346" y="1952415"/>
                  <a:pt x="6223032" y="1954544"/>
                </a:cubicBezTo>
                <a:cubicBezTo>
                  <a:pt x="4185999" y="1988612"/>
                  <a:pt x="3361537" y="3683524"/>
                  <a:pt x="1449771" y="3693362"/>
                </a:cubicBezTo>
                <a:cubicBezTo>
                  <a:pt x="971830" y="3695822"/>
                  <a:pt x="541102" y="3621442"/>
                  <a:pt x="163899" y="3498289"/>
                </a:cubicBezTo>
                <a:lnTo>
                  <a:pt x="0" y="3437558"/>
                </a:lnTo>
                <a:close/>
              </a:path>
            </a:pathLst>
          </a:custGeom>
          <a:gradFill>
            <a:gsLst>
              <a:gs pos="84000">
                <a:schemeClr val="accent4">
                  <a:alpha val="20000"/>
                </a:schemeClr>
              </a:gs>
              <a:gs pos="1000">
                <a:schemeClr val="accent6">
                  <a:alpha val="38000"/>
                </a:schemeClr>
              </a:gs>
              <a:gs pos="100000">
                <a:schemeClr val="accent6">
                  <a:alpha val="3349"/>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8" name="Slide Number Placeholder 7">
            <a:extLst>
              <a:ext uri="{FF2B5EF4-FFF2-40B4-BE49-F238E27FC236}">
                <a16:creationId xmlns:a16="http://schemas.microsoft.com/office/drawing/2014/main" id="{692257B9-FE58-1976-7115-17E05E5819EA}"/>
              </a:ext>
            </a:extLst>
          </p:cNvPr>
          <p:cNvSpPr>
            <a:spLocks noGrp="1"/>
          </p:cNvSpPr>
          <p:nvPr>
            <p:ph type="sldNum" sz="quarter" idx="11"/>
          </p:nvPr>
        </p:nvSpPr>
        <p:spPr/>
        <p:txBody>
          <a:bodyPr>
            <a:noAutofit/>
          </a:bodyPr>
          <a:lstStyle/>
          <a:p>
            <a:fld id="{294A09A9-5501-47C1-A89A-A340965A2BE2}" type="slidenum">
              <a:rPr lang="en-US" smtClean="0"/>
              <a:pPr/>
              <a:t>‹#›</a:t>
            </a:fld>
            <a:endParaRPr lang="en-US"/>
          </a:p>
        </p:txBody>
      </p:sp>
      <p:sp>
        <p:nvSpPr>
          <p:cNvPr id="7" name="Footer Placeholder 6">
            <a:extLst>
              <a:ext uri="{FF2B5EF4-FFF2-40B4-BE49-F238E27FC236}">
                <a16:creationId xmlns:a16="http://schemas.microsoft.com/office/drawing/2014/main" id="{BAF040BB-6465-852C-B53C-074E90BB09D1}"/>
              </a:ext>
            </a:extLst>
          </p:cNvPr>
          <p:cNvSpPr>
            <a:spLocks noGrp="1"/>
          </p:cNvSpPr>
          <p:nvPr>
            <p:ph type="ftr" sz="quarter" idx="10"/>
          </p:nvPr>
        </p:nvSpPr>
        <p:spPr/>
        <p:txBody>
          <a:bodyPr>
            <a:noAutofit/>
          </a:bodyPr>
          <a:lstStyle/>
          <a:p>
            <a:r>
              <a:rPr lang="en-US"/>
              <a:t>Crypto: investing &amp; trading</a:t>
            </a:r>
          </a:p>
        </p:txBody>
      </p:sp>
      <p:sp>
        <p:nvSpPr>
          <p:cNvPr id="2" name="Title 1">
            <a:extLst>
              <a:ext uri="{FF2B5EF4-FFF2-40B4-BE49-F238E27FC236}">
                <a16:creationId xmlns:a16="http://schemas.microsoft.com/office/drawing/2014/main" id="{3CD97974-B93C-4C96-B3F6-F69E3D6DE6CA}"/>
              </a:ext>
            </a:extLst>
          </p:cNvPr>
          <p:cNvSpPr>
            <a:spLocks noGrp="1"/>
          </p:cNvSpPr>
          <p:nvPr>
            <p:ph type="title"/>
          </p:nvPr>
        </p:nvSpPr>
        <p:spPr>
          <a:xfrm>
            <a:off x="1536192" y="832104"/>
            <a:ext cx="8878824" cy="1069848"/>
          </a:xfrm>
        </p:spPr>
        <p:txBody>
          <a:bodyPr anchor="b">
            <a:noAutofit/>
          </a:bodyPr>
          <a:lstStyle>
            <a:lvl1pPr>
              <a:defRPr sz="4000"/>
            </a:lvl1pPr>
          </a:lstStyle>
          <a:p>
            <a:r>
              <a:rPr lang="en-US"/>
              <a:t>Click to edit Master title style</a:t>
            </a:r>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p:nvPr>
        </p:nvSpPr>
        <p:spPr>
          <a:xfrm>
            <a:off x="1536192" y="2212848"/>
            <a:ext cx="6422136" cy="3282696"/>
          </a:xfrm>
        </p:spPr>
        <p:txBody>
          <a:bodyPr>
            <a:noAutofit/>
          </a:bodyPr>
          <a:lstStyle>
            <a:lvl1pPr marL="347472">
              <a:lnSpc>
                <a:spcPct val="150000"/>
              </a:lnSpc>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631674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Introduction">
    <p:spTree>
      <p:nvGrpSpPr>
        <p:cNvPr id="1" name=""/>
        <p:cNvGrpSpPr/>
        <p:nvPr/>
      </p:nvGrpSpPr>
      <p:grpSpPr>
        <a:xfrm>
          <a:off x="0" y="0"/>
          <a:ext cx="0" cy="0"/>
          <a:chOff x="0" y="0"/>
          <a:chExt cx="0" cy="0"/>
        </a:xfrm>
      </p:grpSpPr>
      <p:sp>
        <p:nvSpPr>
          <p:cNvPr id="25" name="Freeform: Shape 24">
            <a:extLst>
              <a:ext uri="{FF2B5EF4-FFF2-40B4-BE49-F238E27FC236}">
                <a16:creationId xmlns:a16="http://schemas.microsoft.com/office/drawing/2014/main" id="{9BE68DE5-FB8F-C713-B589-69851789C6C5}"/>
              </a:ext>
            </a:extLst>
          </p:cNvPr>
          <p:cNvSpPr/>
          <p:nvPr userDrawn="1"/>
        </p:nvSpPr>
        <p:spPr>
          <a:xfrm>
            <a:off x="1" y="4852144"/>
            <a:ext cx="5681755" cy="2002200"/>
          </a:xfrm>
          <a:custGeom>
            <a:avLst/>
            <a:gdLst>
              <a:gd name="connsiteX0" fmla="*/ 320629 w 5681755"/>
              <a:gd name="connsiteY0" fmla="*/ 0 h 2002200"/>
              <a:gd name="connsiteX1" fmla="*/ 375829 w 5681755"/>
              <a:gd name="connsiteY1" fmla="*/ 158026 h 2002200"/>
              <a:gd name="connsiteX2" fmla="*/ 897491 w 5681755"/>
              <a:gd name="connsiteY2" fmla="*/ 961690 h 2002200"/>
              <a:gd name="connsiteX3" fmla="*/ 4054478 w 5681755"/>
              <a:gd name="connsiteY3" fmla="*/ 1474149 h 2002200"/>
              <a:gd name="connsiteX4" fmla="*/ 5679398 w 5681755"/>
              <a:gd name="connsiteY4" fmla="*/ 1986034 h 2002200"/>
              <a:gd name="connsiteX5" fmla="*/ 5681755 w 5681755"/>
              <a:gd name="connsiteY5" fmla="*/ 2002200 h 2002200"/>
              <a:gd name="connsiteX6" fmla="*/ 0 w 5681755"/>
              <a:gd name="connsiteY6" fmla="*/ 1989323 h 2002200"/>
              <a:gd name="connsiteX7" fmla="*/ 0 w 5681755"/>
              <a:gd name="connsiteY7" fmla="*/ 1952135 h 200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81755" h="2002200">
                <a:moveTo>
                  <a:pt x="320629" y="0"/>
                </a:moveTo>
                <a:lnTo>
                  <a:pt x="375829" y="158026"/>
                </a:lnTo>
                <a:cubicBezTo>
                  <a:pt x="503741" y="486192"/>
                  <a:pt x="688117" y="753054"/>
                  <a:pt x="897491" y="961690"/>
                </a:cubicBezTo>
                <a:cubicBezTo>
                  <a:pt x="1455821" y="1518049"/>
                  <a:pt x="3033468" y="1694058"/>
                  <a:pt x="4054478" y="1474149"/>
                </a:cubicBezTo>
                <a:cubicBezTo>
                  <a:pt x="5094564" y="1247948"/>
                  <a:pt x="5587838" y="1548928"/>
                  <a:pt x="5679398" y="1986034"/>
                </a:cubicBezTo>
                <a:lnTo>
                  <a:pt x="5681755" y="2002200"/>
                </a:lnTo>
                <a:lnTo>
                  <a:pt x="0" y="1989323"/>
                </a:lnTo>
                <a:lnTo>
                  <a:pt x="0" y="1952135"/>
                </a:lnTo>
                <a:close/>
              </a:path>
            </a:pathLst>
          </a:custGeom>
          <a:gradFill flip="none" rotWithShape="1">
            <a:gsLst>
              <a:gs pos="77000">
                <a:schemeClr val="accent3">
                  <a:lumMod val="25000"/>
                  <a:alpha val="0"/>
                </a:schemeClr>
              </a:gs>
              <a:gs pos="0">
                <a:schemeClr val="tx2">
                  <a:alpha val="70774"/>
                </a:schemeClr>
              </a:gs>
            </a:gsLst>
            <a:path path="circle">
              <a:fillToRect l="100000" t="100000"/>
            </a:path>
            <a:tileRect r="-100000" b="-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solidFill>
                <a:schemeClr val="tx1"/>
              </a:solidFill>
            </a:endParaRPr>
          </a:p>
        </p:txBody>
      </p:sp>
      <p:sp>
        <p:nvSpPr>
          <p:cNvPr id="22" name="Freeform: Shape 21">
            <a:extLst>
              <a:ext uri="{FF2B5EF4-FFF2-40B4-BE49-F238E27FC236}">
                <a16:creationId xmlns:a16="http://schemas.microsoft.com/office/drawing/2014/main" id="{76B337A9-EA8E-4E30-3CF4-C681F9705934}"/>
              </a:ext>
            </a:extLst>
          </p:cNvPr>
          <p:cNvSpPr/>
          <p:nvPr userDrawn="1"/>
        </p:nvSpPr>
        <p:spPr>
          <a:xfrm>
            <a:off x="1" y="0"/>
            <a:ext cx="6392389" cy="3297866"/>
          </a:xfrm>
          <a:custGeom>
            <a:avLst/>
            <a:gdLst>
              <a:gd name="connsiteX0" fmla="*/ 0 w 6392389"/>
              <a:gd name="connsiteY0" fmla="*/ 0 h 3297866"/>
              <a:gd name="connsiteX1" fmla="*/ 6392389 w 6392389"/>
              <a:gd name="connsiteY1" fmla="*/ 0 h 3297866"/>
              <a:gd name="connsiteX2" fmla="*/ 6039257 w 6392389"/>
              <a:gd name="connsiteY2" fmla="*/ 205593 h 3297866"/>
              <a:gd name="connsiteX3" fmla="*/ 4044501 w 6392389"/>
              <a:gd name="connsiteY3" fmla="*/ 1885401 h 3297866"/>
              <a:gd name="connsiteX4" fmla="*/ 41384 w 6392389"/>
              <a:gd name="connsiteY4" fmla="*/ 2408804 h 3297866"/>
              <a:gd name="connsiteX5" fmla="*/ 0 w 6392389"/>
              <a:gd name="connsiteY5" fmla="*/ 2349004 h 3297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392389" h="3297866">
                <a:moveTo>
                  <a:pt x="0" y="0"/>
                </a:moveTo>
                <a:lnTo>
                  <a:pt x="6392389" y="0"/>
                </a:lnTo>
                <a:lnTo>
                  <a:pt x="6039257" y="205593"/>
                </a:lnTo>
                <a:cubicBezTo>
                  <a:pt x="5243960" y="694220"/>
                  <a:pt x="4533171" y="1286369"/>
                  <a:pt x="4044501" y="1885401"/>
                </a:cubicBezTo>
                <a:cubicBezTo>
                  <a:pt x="2455953" y="3842789"/>
                  <a:pt x="879065" y="3516921"/>
                  <a:pt x="41384" y="2408804"/>
                </a:cubicBezTo>
                <a:lnTo>
                  <a:pt x="0" y="2349004"/>
                </a:lnTo>
                <a:close/>
              </a:path>
            </a:pathLst>
          </a:custGeom>
          <a:gradFill flip="none" rotWithShape="1">
            <a:gsLst>
              <a:gs pos="20000">
                <a:schemeClr val="accent3">
                  <a:lumMod val="25000"/>
                </a:schemeClr>
              </a:gs>
              <a:gs pos="100000">
                <a:schemeClr val="tx2">
                  <a:alpha val="54000"/>
                </a:schemeClr>
              </a:gs>
            </a:gsLst>
            <a:lin ang="10200000" scaled="0"/>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solidFill>
                <a:schemeClr val="tx1"/>
              </a:solidFill>
            </a:endParaRPr>
          </a:p>
        </p:txBody>
      </p:sp>
      <p:sp>
        <p:nvSpPr>
          <p:cNvPr id="15" name="Freeform: Shape 14">
            <a:extLst>
              <a:ext uri="{FF2B5EF4-FFF2-40B4-BE49-F238E27FC236}">
                <a16:creationId xmlns:a16="http://schemas.microsoft.com/office/drawing/2014/main" id="{3385D1DB-F6B1-8F65-1FDB-5CDD731A6DFC}"/>
              </a:ext>
            </a:extLst>
          </p:cNvPr>
          <p:cNvSpPr/>
          <p:nvPr userDrawn="1"/>
        </p:nvSpPr>
        <p:spPr>
          <a:xfrm>
            <a:off x="9517205" y="2"/>
            <a:ext cx="2674794" cy="6857999"/>
          </a:xfrm>
          <a:custGeom>
            <a:avLst/>
            <a:gdLst>
              <a:gd name="connsiteX0" fmla="*/ 2674793 w 2674794"/>
              <a:gd name="connsiteY0" fmla="*/ 0 h 6857999"/>
              <a:gd name="connsiteX1" fmla="*/ 2674794 w 2674794"/>
              <a:gd name="connsiteY1" fmla="*/ 6857999 h 6857999"/>
              <a:gd name="connsiteX2" fmla="*/ 1158844 w 2674794"/>
              <a:gd name="connsiteY2" fmla="*/ 6857999 h 6857999"/>
              <a:gd name="connsiteX3" fmla="*/ 1212639 w 2674794"/>
              <a:gd name="connsiteY3" fmla="*/ 6771304 h 6857999"/>
              <a:gd name="connsiteX4" fmla="*/ 1327460 w 2674794"/>
              <a:gd name="connsiteY4" fmla="*/ 6554527 h 6857999"/>
              <a:gd name="connsiteX5" fmla="*/ 545566 w 2674794"/>
              <a:gd name="connsiteY5" fmla="*/ 2293136 h 6857999"/>
              <a:gd name="connsiteX6" fmla="*/ 381787 w 2674794"/>
              <a:gd name="connsiteY6" fmla="*/ 3827 h 6857999"/>
              <a:gd name="connsiteX7" fmla="*/ 386161 w 2674794"/>
              <a:gd name="connsiteY7"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74794" h="6857999">
                <a:moveTo>
                  <a:pt x="2674793" y="0"/>
                </a:moveTo>
                <a:lnTo>
                  <a:pt x="2674794" y="6857999"/>
                </a:lnTo>
                <a:lnTo>
                  <a:pt x="1158844" y="6857999"/>
                </a:lnTo>
                <a:lnTo>
                  <a:pt x="1212639" y="6771304"/>
                </a:lnTo>
                <a:cubicBezTo>
                  <a:pt x="1256917" y="6696480"/>
                  <a:pt x="1295401" y="6624001"/>
                  <a:pt x="1327460" y="6554527"/>
                </a:cubicBezTo>
                <a:cubicBezTo>
                  <a:pt x="1840424" y="5442926"/>
                  <a:pt x="1337703" y="3374924"/>
                  <a:pt x="545566" y="2293136"/>
                </a:cubicBezTo>
                <a:cubicBezTo>
                  <a:pt x="-210423" y="1266170"/>
                  <a:pt x="-98154" y="469786"/>
                  <a:pt x="381787" y="3827"/>
                </a:cubicBezTo>
                <a:lnTo>
                  <a:pt x="386161" y="0"/>
                </a:lnTo>
                <a:close/>
              </a:path>
            </a:pathLst>
          </a:custGeom>
          <a:solidFill>
            <a:schemeClr val="tx2">
              <a:alpha val="32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solidFill>
                <a:schemeClr val="tx1"/>
              </a:solidFill>
            </a:endParaRPr>
          </a:p>
        </p:txBody>
      </p:sp>
      <p:sp>
        <p:nvSpPr>
          <p:cNvPr id="11" name="glass card">
            <a:extLst>
              <a:ext uri="{FF2B5EF4-FFF2-40B4-BE49-F238E27FC236}">
                <a16:creationId xmlns:a16="http://schemas.microsoft.com/office/drawing/2014/main" id="{BAC99002-32F5-F4C1-2519-F23274B0580C}"/>
              </a:ext>
            </a:extLst>
          </p:cNvPr>
          <p:cNvSpPr/>
          <p:nvPr userDrawn="1"/>
        </p:nvSpPr>
        <p:spPr>
          <a:xfrm>
            <a:off x="1365705" y="1005155"/>
            <a:ext cx="9243233" cy="4978750"/>
          </a:xfrm>
          <a:prstGeom prst="roundRect">
            <a:avLst>
              <a:gd name="adj" fmla="val 6806"/>
            </a:avLst>
          </a:prstGeom>
          <a:gradFill>
            <a:gsLst>
              <a:gs pos="100000">
                <a:schemeClr val="bg1">
                  <a:alpha val="3000"/>
                </a:schemeClr>
              </a:gs>
              <a:gs pos="47000">
                <a:schemeClr val="bg1">
                  <a:alpha val="17037"/>
                </a:schemeClr>
              </a:gs>
              <a:gs pos="6000">
                <a:schemeClr val="bg1">
                  <a:alpha val="13000"/>
                </a:schemeClr>
              </a:gs>
            </a:gsLst>
            <a:path path="circle">
              <a:fillToRect l="100000" t="100000"/>
            </a:path>
          </a:gradFill>
          <a:ln w="6350">
            <a:noFill/>
          </a:ln>
          <a:effectLst>
            <a:outerShdw blurRad="63500" dist="38100" dir="5400000" sx="1000" sy="1000" algn="t" rotWithShape="0">
              <a:prstClr val="black">
                <a:alpha val="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94248F2-5264-4601-AA0B-6C092F77F2DD}"/>
              </a:ext>
            </a:extLst>
          </p:cNvPr>
          <p:cNvSpPr>
            <a:spLocks noGrp="1"/>
          </p:cNvSpPr>
          <p:nvPr>
            <p:ph type="ctrTitle"/>
          </p:nvPr>
        </p:nvSpPr>
        <p:spPr>
          <a:xfrm>
            <a:off x="2228088" y="2157984"/>
            <a:ext cx="7735824" cy="1069848"/>
          </a:xfrm>
        </p:spPr>
        <p:txBody>
          <a:bodyPr anchor="b">
            <a:noAutofit/>
          </a:bodyPr>
          <a:lstStyle>
            <a:lvl1pPr algn="ctr">
              <a:defRPr sz="4000"/>
            </a:lvl1pPr>
          </a:lstStyle>
          <a:p>
            <a:r>
              <a:rPr lang="en-US"/>
              <a:t>Click to edit Master title style</a:t>
            </a:r>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2228088" y="3685032"/>
            <a:ext cx="7735824" cy="1133856"/>
          </a:xfrm>
        </p:spPr>
        <p:txBody>
          <a:bodyPr>
            <a:noAutofit/>
          </a:bodyPr>
          <a:lstStyle>
            <a:lvl1pPr marL="0" indent="0" algn="ctr">
              <a:lnSpc>
                <a:spcPct val="100000"/>
              </a:lnSpc>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7" name="Freeform: Shape 26">
            <a:extLst>
              <a:ext uri="{FF2B5EF4-FFF2-40B4-BE49-F238E27FC236}">
                <a16:creationId xmlns:a16="http://schemas.microsoft.com/office/drawing/2014/main" id="{0DF239B3-DB66-3CD4-1BFE-4EBA82BC4A44}"/>
              </a:ext>
            </a:extLst>
          </p:cNvPr>
          <p:cNvSpPr/>
          <p:nvPr userDrawn="1"/>
        </p:nvSpPr>
        <p:spPr>
          <a:xfrm>
            <a:off x="0" y="5255333"/>
            <a:ext cx="2769194" cy="1602667"/>
          </a:xfrm>
          <a:custGeom>
            <a:avLst/>
            <a:gdLst>
              <a:gd name="connsiteX0" fmla="*/ 0 w 2769194"/>
              <a:gd name="connsiteY0" fmla="*/ 0 h 1602667"/>
              <a:gd name="connsiteX1" fmla="*/ 93250 w 2769194"/>
              <a:gd name="connsiteY1" fmla="*/ 101565 h 1602667"/>
              <a:gd name="connsiteX2" fmla="*/ 2646213 w 2769194"/>
              <a:gd name="connsiteY2" fmla="*/ 1567071 h 1602667"/>
              <a:gd name="connsiteX3" fmla="*/ 2769194 w 2769194"/>
              <a:gd name="connsiteY3" fmla="*/ 1602667 h 1602667"/>
              <a:gd name="connsiteX4" fmla="*/ 0 w 2769194"/>
              <a:gd name="connsiteY4" fmla="*/ 1602667 h 1602667"/>
              <a:gd name="connsiteX5" fmla="*/ 0 w 2769194"/>
              <a:gd name="connsiteY5" fmla="*/ 807120 h 16026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69194" h="1602667">
                <a:moveTo>
                  <a:pt x="0" y="0"/>
                </a:moveTo>
                <a:lnTo>
                  <a:pt x="93250" y="101565"/>
                </a:lnTo>
                <a:cubicBezTo>
                  <a:pt x="702540" y="735306"/>
                  <a:pt x="1672588" y="1259605"/>
                  <a:pt x="2646213" y="1567071"/>
                </a:cubicBezTo>
                <a:lnTo>
                  <a:pt x="2769194" y="1602667"/>
                </a:lnTo>
                <a:lnTo>
                  <a:pt x="0" y="1602667"/>
                </a:lnTo>
                <a:lnTo>
                  <a:pt x="0" y="807120"/>
                </a:lnTo>
                <a:close/>
              </a:path>
            </a:pathLst>
          </a:custGeom>
          <a:gradFill flip="none" rotWithShape="1">
            <a:gsLst>
              <a:gs pos="60000">
                <a:schemeClr val="accent3">
                  <a:alpha val="45000"/>
                </a:schemeClr>
              </a:gs>
              <a:gs pos="99000">
                <a:schemeClr val="accent5">
                  <a:alpha val="66721"/>
                </a:schemeClr>
              </a:gs>
            </a:gsLst>
            <a:path path="circl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solidFill>
                <a:schemeClr val="tx1"/>
              </a:solidFill>
            </a:endParaRPr>
          </a:p>
        </p:txBody>
      </p:sp>
      <p:cxnSp>
        <p:nvCxnSpPr>
          <p:cNvPr id="28" name="Straight Connector 27">
            <a:extLst>
              <a:ext uri="{FF2B5EF4-FFF2-40B4-BE49-F238E27FC236}">
                <a16:creationId xmlns:a16="http://schemas.microsoft.com/office/drawing/2014/main" id="{93303B57-FF55-B795-FAE7-5EF26BFCBEF3}"/>
              </a:ext>
            </a:extLst>
          </p:cNvPr>
          <p:cNvCxnSpPr>
            <a:cxnSpLocks/>
          </p:cNvCxnSpPr>
          <p:nvPr userDrawn="1"/>
        </p:nvCxnSpPr>
        <p:spPr>
          <a:xfrm rot="5400000">
            <a:off x="6115287" y="2597113"/>
            <a:ext cx="0" cy="165518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7169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itle"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248F2-5264-4601-AA0B-6C092F77F2DD}"/>
              </a:ext>
            </a:extLst>
          </p:cNvPr>
          <p:cNvSpPr>
            <a:spLocks noGrp="1"/>
          </p:cNvSpPr>
          <p:nvPr>
            <p:ph type="ctrTitle"/>
          </p:nvPr>
        </p:nvSpPr>
        <p:spPr>
          <a:xfrm>
            <a:off x="1524000" y="2029968"/>
            <a:ext cx="9144000" cy="1069848"/>
          </a:xfrm>
        </p:spPr>
        <p:txBody>
          <a:bodyPr anchor="b">
            <a:noAutofit/>
          </a:bodyPr>
          <a:lstStyle>
            <a:lvl1pPr algn="ctr">
              <a:defRPr sz="4800"/>
            </a:lvl1pPr>
          </a:lstStyle>
          <a:p>
            <a:r>
              <a:rPr lang="en-US"/>
              <a:t>Click to edit Master title style</a:t>
            </a:r>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2560320" y="3803904"/>
            <a:ext cx="7068312" cy="758952"/>
          </a:xfrm>
        </p:spPr>
        <p:txBody>
          <a:bodyPr>
            <a:noAutofit/>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5" name="Freeform 3">
            <a:extLst>
              <a:ext uri="{FF2B5EF4-FFF2-40B4-BE49-F238E27FC236}">
                <a16:creationId xmlns:a16="http://schemas.microsoft.com/office/drawing/2014/main" id="{F1F20C20-DE23-6FE7-74A0-517218ACED7A}"/>
              </a:ext>
            </a:extLst>
          </p:cNvPr>
          <p:cNvSpPr/>
          <p:nvPr userDrawn="1"/>
        </p:nvSpPr>
        <p:spPr>
          <a:xfrm rot="10800000">
            <a:off x="-1" y="5019503"/>
            <a:ext cx="9676770" cy="1838496"/>
          </a:xfrm>
          <a:custGeom>
            <a:avLst/>
            <a:gdLst>
              <a:gd name="connsiteX0" fmla="*/ 3062591 w 9676770"/>
              <a:gd name="connsiteY0" fmla="*/ 1838437 h 1838496"/>
              <a:gd name="connsiteX1" fmla="*/ 10485 w 9676770"/>
              <a:gd name="connsiteY1" fmla="*/ 104484 h 1838496"/>
              <a:gd name="connsiteX2" fmla="*/ 0 w 9676770"/>
              <a:gd name="connsiteY2" fmla="*/ 0 h 1838496"/>
              <a:gd name="connsiteX3" fmla="*/ 9676770 w 9676770"/>
              <a:gd name="connsiteY3" fmla="*/ 0 h 1838496"/>
              <a:gd name="connsiteX4" fmla="*/ 9676770 w 9676770"/>
              <a:gd name="connsiteY4" fmla="*/ 396354 h 1838496"/>
              <a:gd name="connsiteX5" fmla="*/ 9495267 w 9676770"/>
              <a:gd name="connsiteY5" fmla="*/ 334664 h 1838496"/>
              <a:gd name="connsiteX6" fmla="*/ 7835850 w 9676770"/>
              <a:gd name="connsiteY6" fmla="*/ 99619 h 1838496"/>
              <a:gd name="connsiteX7" fmla="*/ 3062591 w 9676770"/>
              <a:gd name="connsiteY7" fmla="*/ 1838437 h 1838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676770" h="1838496">
                <a:moveTo>
                  <a:pt x="3062591" y="1838437"/>
                </a:moveTo>
                <a:cubicBezTo>
                  <a:pt x="1270312" y="1847662"/>
                  <a:pt x="141962" y="776331"/>
                  <a:pt x="10485" y="104484"/>
                </a:cubicBezTo>
                <a:lnTo>
                  <a:pt x="0" y="0"/>
                </a:lnTo>
                <a:lnTo>
                  <a:pt x="9676770" y="0"/>
                </a:lnTo>
                <a:lnTo>
                  <a:pt x="9676770" y="396354"/>
                </a:lnTo>
                <a:lnTo>
                  <a:pt x="9495267" y="334664"/>
                </a:lnTo>
                <a:cubicBezTo>
                  <a:pt x="9021588" y="187614"/>
                  <a:pt x="8472423" y="88973"/>
                  <a:pt x="7835850" y="99619"/>
                </a:cubicBezTo>
                <a:cubicBezTo>
                  <a:pt x="5798818" y="133686"/>
                  <a:pt x="4974355" y="1828598"/>
                  <a:pt x="3062591" y="1838437"/>
                </a:cubicBezTo>
                <a:close/>
              </a:path>
            </a:pathLst>
          </a:custGeom>
          <a:gradFill flip="none" rotWithShape="1">
            <a:gsLst>
              <a:gs pos="43000">
                <a:schemeClr val="accent3">
                  <a:lumMod val="25000"/>
                  <a:alpha val="50000"/>
                </a:schemeClr>
              </a:gs>
              <a:gs pos="73000">
                <a:schemeClr val="accent1">
                  <a:alpha val="29177"/>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0" name="Freeform 4">
            <a:extLst>
              <a:ext uri="{FF2B5EF4-FFF2-40B4-BE49-F238E27FC236}">
                <a16:creationId xmlns:a16="http://schemas.microsoft.com/office/drawing/2014/main" id="{98E2EA35-4179-2438-E1D1-02EFA8830FF9}"/>
              </a:ext>
            </a:extLst>
          </p:cNvPr>
          <p:cNvSpPr/>
          <p:nvPr userDrawn="1"/>
        </p:nvSpPr>
        <p:spPr>
          <a:xfrm flipV="1">
            <a:off x="2763044" y="6076116"/>
            <a:ext cx="3946673" cy="781884"/>
          </a:xfrm>
          <a:custGeom>
            <a:avLst/>
            <a:gdLst>
              <a:gd name="connsiteX0" fmla="*/ 1910385 w 3946673"/>
              <a:gd name="connsiteY0" fmla="*/ 781847 h 781884"/>
              <a:gd name="connsiteX1" fmla="*/ 3855031 w 3946673"/>
              <a:gd name="connsiteY1" fmla="*/ 44786 h 781884"/>
              <a:gd name="connsiteX2" fmla="*/ 3946673 w 3946673"/>
              <a:gd name="connsiteY2" fmla="*/ 0 h 781884"/>
              <a:gd name="connsiteX3" fmla="*/ 0 w 3946673"/>
              <a:gd name="connsiteY3" fmla="*/ 0 h 781884"/>
              <a:gd name="connsiteX4" fmla="*/ 54644 w 3946673"/>
              <a:gd name="connsiteY4" fmla="*/ 67939 h 781884"/>
              <a:gd name="connsiteX5" fmla="*/ 1910385 w 3946673"/>
              <a:gd name="connsiteY5" fmla="*/ 781847 h 781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946673" h="781884">
                <a:moveTo>
                  <a:pt x="1910385" y="781847"/>
                </a:moveTo>
                <a:cubicBezTo>
                  <a:pt x="2719463" y="777993"/>
                  <a:pt x="3240943" y="361686"/>
                  <a:pt x="3855031" y="44786"/>
                </a:cubicBezTo>
                <a:lnTo>
                  <a:pt x="3946673" y="0"/>
                </a:lnTo>
                <a:lnTo>
                  <a:pt x="0" y="0"/>
                </a:lnTo>
                <a:lnTo>
                  <a:pt x="54644" y="67939"/>
                </a:lnTo>
                <a:cubicBezTo>
                  <a:pt x="372182" y="426203"/>
                  <a:pt x="1020399" y="786086"/>
                  <a:pt x="1910385" y="781847"/>
                </a:cubicBezTo>
                <a:close/>
              </a:path>
            </a:pathLst>
          </a:custGeom>
          <a:gradFill>
            <a:gsLst>
              <a:gs pos="66000">
                <a:schemeClr val="accent4">
                  <a:lumMod val="75000"/>
                  <a:alpha val="46295"/>
                </a:schemeClr>
              </a:gs>
              <a:gs pos="33000">
                <a:schemeClr val="accent3">
                  <a:lumMod val="25000"/>
                  <a:alpha val="27934"/>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1" name="Freeform 5">
            <a:extLst>
              <a:ext uri="{FF2B5EF4-FFF2-40B4-BE49-F238E27FC236}">
                <a16:creationId xmlns:a16="http://schemas.microsoft.com/office/drawing/2014/main" id="{A7C0B16B-87E9-E92C-62F3-D1844BEE5B2D}"/>
              </a:ext>
            </a:extLst>
          </p:cNvPr>
          <p:cNvSpPr/>
          <p:nvPr userDrawn="1"/>
        </p:nvSpPr>
        <p:spPr>
          <a:xfrm rot="10800000">
            <a:off x="5393054" y="6015979"/>
            <a:ext cx="4758726" cy="842020"/>
          </a:xfrm>
          <a:custGeom>
            <a:avLst/>
            <a:gdLst>
              <a:gd name="connsiteX0" fmla="*/ 2449167 w 4758726"/>
              <a:gd name="connsiteY0" fmla="*/ 841961 h 842020"/>
              <a:gd name="connsiteX1" fmla="*/ 12024 w 4758726"/>
              <a:gd name="connsiteY1" fmla="*/ 11254 h 842020"/>
              <a:gd name="connsiteX2" fmla="*/ 0 w 4758726"/>
              <a:gd name="connsiteY2" fmla="*/ 0 h 842020"/>
              <a:gd name="connsiteX3" fmla="*/ 4758726 w 4758726"/>
              <a:gd name="connsiteY3" fmla="*/ 0 h 842020"/>
              <a:gd name="connsiteX4" fmla="*/ 4526601 w 4758726"/>
              <a:gd name="connsiteY4" fmla="*/ 141635 h 842020"/>
              <a:gd name="connsiteX5" fmla="*/ 2449167 w 4758726"/>
              <a:gd name="connsiteY5" fmla="*/ 841961 h 84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8726" h="842020">
                <a:moveTo>
                  <a:pt x="2449167" y="841961"/>
                </a:moveTo>
                <a:cubicBezTo>
                  <a:pt x="1373800" y="847496"/>
                  <a:pt x="537447" y="464031"/>
                  <a:pt x="12024" y="11254"/>
                </a:cubicBezTo>
                <a:lnTo>
                  <a:pt x="0" y="0"/>
                </a:lnTo>
                <a:lnTo>
                  <a:pt x="4758726" y="0"/>
                </a:lnTo>
                <a:lnTo>
                  <a:pt x="4526601" y="141635"/>
                </a:lnTo>
                <a:cubicBezTo>
                  <a:pt x="3913845" y="510819"/>
                  <a:pt x="3285564" y="837657"/>
                  <a:pt x="2449167" y="841961"/>
                </a:cubicBezTo>
                <a:close/>
              </a:path>
            </a:pathLst>
          </a:custGeom>
          <a:gradFill>
            <a:gsLst>
              <a:gs pos="0">
                <a:schemeClr val="tx2">
                  <a:alpha val="43000"/>
                </a:schemeClr>
              </a:gs>
              <a:gs pos="100000">
                <a:schemeClr val="accent6">
                  <a:alpha val="5300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2" name="Freeform 6">
            <a:extLst>
              <a:ext uri="{FF2B5EF4-FFF2-40B4-BE49-F238E27FC236}">
                <a16:creationId xmlns:a16="http://schemas.microsoft.com/office/drawing/2014/main" id="{51F4118C-3B46-F20B-EF12-E16F7513844C}"/>
              </a:ext>
            </a:extLst>
          </p:cNvPr>
          <p:cNvSpPr/>
          <p:nvPr userDrawn="1"/>
        </p:nvSpPr>
        <p:spPr>
          <a:xfrm rot="10800000" flipH="1">
            <a:off x="-2688" y="5263861"/>
            <a:ext cx="12192000" cy="1599109"/>
          </a:xfrm>
          <a:custGeom>
            <a:avLst/>
            <a:gdLst>
              <a:gd name="connsiteX0" fmla="*/ 1373073 w 12192000"/>
              <a:gd name="connsiteY0" fmla="*/ 1599066 h 1599109"/>
              <a:gd name="connsiteX1" fmla="*/ 4901233 w 12192000"/>
              <a:gd name="connsiteY1" fmla="*/ 313816 h 1599109"/>
              <a:gd name="connsiteX2" fmla="*/ 7629483 w 12192000"/>
              <a:gd name="connsiteY2" fmla="*/ 1209099 h 1599109"/>
              <a:gd name="connsiteX3" fmla="*/ 7664573 w 12192000"/>
              <a:gd name="connsiteY3" fmla="*/ 1222798 h 1599109"/>
              <a:gd name="connsiteX4" fmla="*/ 7753536 w 12192000"/>
              <a:gd name="connsiteY4" fmla="*/ 1277391 h 1599109"/>
              <a:gd name="connsiteX5" fmla="*/ 9091947 w 12192000"/>
              <a:gd name="connsiteY5" fmla="*/ 1582567 h 1599109"/>
              <a:gd name="connsiteX6" fmla="*/ 12094171 w 12192000"/>
              <a:gd name="connsiteY6" fmla="*/ 359476 h 1599109"/>
              <a:gd name="connsiteX7" fmla="*/ 12192000 w 12192000"/>
              <a:gd name="connsiteY7" fmla="*/ 342643 h 1599109"/>
              <a:gd name="connsiteX8" fmla="*/ 12192000 w 12192000"/>
              <a:gd name="connsiteY8" fmla="*/ 0 h 1599109"/>
              <a:gd name="connsiteX9" fmla="*/ 0 w 12192000"/>
              <a:gd name="connsiteY9" fmla="*/ 0 h 1599109"/>
              <a:gd name="connsiteX10" fmla="*/ 0 w 12192000"/>
              <a:gd name="connsiteY10" fmla="*/ 1274406 h 1599109"/>
              <a:gd name="connsiteX11" fmla="*/ 34662 w 12192000"/>
              <a:gd name="connsiteY11" fmla="*/ 1293889 h 1599109"/>
              <a:gd name="connsiteX12" fmla="*/ 1373073 w 12192000"/>
              <a:gd name="connsiteY12" fmla="*/ 1599066 h 1599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192000" h="1599109">
                <a:moveTo>
                  <a:pt x="1373073" y="1599066"/>
                </a:moveTo>
                <a:cubicBezTo>
                  <a:pt x="2786156" y="1591793"/>
                  <a:pt x="3395560" y="338997"/>
                  <a:pt x="4901233" y="313816"/>
                </a:cubicBezTo>
                <a:cubicBezTo>
                  <a:pt x="6312803" y="290208"/>
                  <a:pt x="7142906" y="993618"/>
                  <a:pt x="7629483" y="1209099"/>
                </a:cubicBezTo>
                <a:lnTo>
                  <a:pt x="7664573" y="1222798"/>
                </a:lnTo>
                <a:lnTo>
                  <a:pt x="7753536" y="1277391"/>
                </a:lnTo>
                <a:cubicBezTo>
                  <a:pt x="8110655" y="1460232"/>
                  <a:pt x="8562041" y="1585295"/>
                  <a:pt x="9091947" y="1582567"/>
                </a:cubicBezTo>
                <a:cubicBezTo>
                  <a:pt x="10328396" y="1576205"/>
                  <a:pt x="10949524" y="616237"/>
                  <a:pt x="12094171" y="359476"/>
                </a:cubicBezTo>
                <a:lnTo>
                  <a:pt x="12192000" y="342643"/>
                </a:lnTo>
                <a:lnTo>
                  <a:pt x="12192000" y="0"/>
                </a:lnTo>
                <a:lnTo>
                  <a:pt x="0" y="0"/>
                </a:lnTo>
                <a:lnTo>
                  <a:pt x="0" y="1274406"/>
                </a:lnTo>
                <a:lnTo>
                  <a:pt x="34662" y="1293889"/>
                </a:lnTo>
                <a:cubicBezTo>
                  <a:pt x="391780" y="1476730"/>
                  <a:pt x="843167" y="1601794"/>
                  <a:pt x="1373073" y="1599066"/>
                </a:cubicBezTo>
                <a:close/>
              </a:path>
            </a:pathLst>
          </a:custGeom>
          <a:gradFill flip="none" rotWithShape="1">
            <a:gsLst>
              <a:gs pos="0">
                <a:schemeClr val="accent6">
                  <a:alpha val="69328"/>
                </a:schemeClr>
              </a:gs>
              <a:gs pos="85000">
                <a:schemeClr val="accent5">
                  <a:lumMod val="50000"/>
                  <a:alpha val="42331"/>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cxnSp>
        <p:nvCxnSpPr>
          <p:cNvPr id="13" name="Straight Connector 12">
            <a:extLst>
              <a:ext uri="{FF2B5EF4-FFF2-40B4-BE49-F238E27FC236}">
                <a16:creationId xmlns:a16="http://schemas.microsoft.com/office/drawing/2014/main" id="{CD0F8AA9-2207-2D4C-C2E0-FEF14E2D9ACF}"/>
              </a:ext>
            </a:extLst>
          </p:cNvPr>
          <p:cNvCxnSpPr>
            <a:cxnSpLocks/>
          </p:cNvCxnSpPr>
          <p:nvPr userDrawn="1"/>
        </p:nvCxnSpPr>
        <p:spPr>
          <a:xfrm rot="5400000">
            <a:off x="6095999" y="2597191"/>
            <a:ext cx="0" cy="165518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27532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hart or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D97974-B93C-4C96-B3F6-F69E3D6DE6CA}"/>
              </a:ext>
            </a:extLst>
          </p:cNvPr>
          <p:cNvSpPr>
            <a:spLocks noGrp="1"/>
          </p:cNvSpPr>
          <p:nvPr>
            <p:ph type="title"/>
          </p:nvPr>
        </p:nvSpPr>
        <p:spPr/>
        <p:txBody>
          <a:bodyPr anchor="b">
            <a:noAutofit/>
          </a:bodyPr>
          <a:lstStyle>
            <a:lvl1pPr algn="ctr">
              <a:defRPr sz="4000"/>
            </a:lvl1pPr>
          </a:lstStyle>
          <a:p>
            <a:r>
              <a:rPr lang="en-US"/>
              <a:t>Click to edit Master title style</a:t>
            </a:r>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p:nvPr>
        </p:nvSpPr>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a:extLst>
              <a:ext uri="{FF2B5EF4-FFF2-40B4-BE49-F238E27FC236}">
                <a16:creationId xmlns:a16="http://schemas.microsoft.com/office/drawing/2014/main" id="{4A4F769D-48D3-2655-40A4-674F657B741D}"/>
              </a:ext>
            </a:extLst>
          </p:cNvPr>
          <p:cNvSpPr>
            <a:spLocks noGrp="1"/>
          </p:cNvSpPr>
          <p:nvPr>
            <p:ph type="sldNum" sz="quarter" idx="11"/>
          </p:nvPr>
        </p:nvSpPr>
        <p:spPr/>
        <p:txBody>
          <a:bodyPr>
            <a:noAutofit/>
          </a:bodyPr>
          <a:lstStyle/>
          <a:p>
            <a:fld id="{294A09A9-5501-47C1-A89A-A340965A2BE2}" type="slidenum">
              <a:rPr lang="en-US" smtClean="0"/>
              <a:pPr/>
              <a:t>‹#›</a:t>
            </a:fld>
            <a:endParaRPr lang="en-US"/>
          </a:p>
        </p:txBody>
      </p:sp>
      <p:sp>
        <p:nvSpPr>
          <p:cNvPr id="4" name="Footer Placeholder 3">
            <a:extLst>
              <a:ext uri="{FF2B5EF4-FFF2-40B4-BE49-F238E27FC236}">
                <a16:creationId xmlns:a16="http://schemas.microsoft.com/office/drawing/2014/main" id="{33FA0756-78EA-68DD-4650-F40EF5F2520E}"/>
              </a:ext>
            </a:extLst>
          </p:cNvPr>
          <p:cNvSpPr>
            <a:spLocks noGrp="1"/>
          </p:cNvSpPr>
          <p:nvPr>
            <p:ph type="ftr" sz="quarter" idx="10"/>
          </p:nvPr>
        </p:nvSpPr>
        <p:spPr/>
        <p:txBody>
          <a:bodyPr>
            <a:noAutofit/>
          </a:bodyPr>
          <a:lstStyle/>
          <a:p>
            <a:r>
              <a:rPr lang="en-US"/>
              <a:t>Crypto: investing &amp; trading</a:t>
            </a:r>
          </a:p>
        </p:txBody>
      </p:sp>
    </p:spTree>
    <p:extLst>
      <p:ext uri="{BB962C8B-B14F-4D97-AF65-F5344CB8AC3E}">
        <p14:creationId xmlns:p14="http://schemas.microsoft.com/office/powerpoint/2010/main" val="7345340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 preserve="1">
  <p:cSld name="Quote">
    <p:spTree>
      <p:nvGrpSpPr>
        <p:cNvPr id="1" name=""/>
        <p:cNvGrpSpPr/>
        <p:nvPr/>
      </p:nvGrpSpPr>
      <p:grpSpPr>
        <a:xfrm>
          <a:off x="0" y="0"/>
          <a:ext cx="0" cy="0"/>
          <a:chOff x="0" y="0"/>
          <a:chExt cx="0" cy="0"/>
        </a:xfrm>
      </p:grpSpPr>
      <p:sp>
        <p:nvSpPr>
          <p:cNvPr id="21" name="Freeform 6">
            <a:extLst>
              <a:ext uri="{FF2B5EF4-FFF2-40B4-BE49-F238E27FC236}">
                <a16:creationId xmlns:a16="http://schemas.microsoft.com/office/drawing/2014/main" id="{77AD3460-2264-3A46-993B-9F2AACED0504}"/>
              </a:ext>
            </a:extLst>
          </p:cNvPr>
          <p:cNvSpPr/>
          <p:nvPr userDrawn="1"/>
        </p:nvSpPr>
        <p:spPr>
          <a:xfrm rot="10800000">
            <a:off x="5393054" y="5650992"/>
            <a:ext cx="6821472" cy="1207007"/>
          </a:xfrm>
          <a:custGeom>
            <a:avLst/>
            <a:gdLst>
              <a:gd name="connsiteX0" fmla="*/ 2449167 w 4758726"/>
              <a:gd name="connsiteY0" fmla="*/ 841961 h 842020"/>
              <a:gd name="connsiteX1" fmla="*/ 12024 w 4758726"/>
              <a:gd name="connsiteY1" fmla="*/ 11254 h 842020"/>
              <a:gd name="connsiteX2" fmla="*/ 0 w 4758726"/>
              <a:gd name="connsiteY2" fmla="*/ 0 h 842020"/>
              <a:gd name="connsiteX3" fmla="*/ 4758726 w 4758726"/>
              <a:gd name="connsiteY3" fmla="*/ 0 h 842020"/>
              <a:gd name="connsiteX4" fmla="*/ 4526601 w 4758726"/>
              <a:gd name="connsiteY4" fmla="*/ 141635 h 842020"/>
              <a:gd name="connsiteX5" fmla="*/ 2449167 w 4758726"/>
              <a:gd name="connsiteY5" fmla="*/ 841961 h 84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8726" h="842020">
                <a:moveTo>
                  <a:pt x="2449167" y="841961"/>
                </a:moveTo>
                <a:cubicBezTo>
                  <a:pt x="1373800" y="847496"/>
                  <a:pt x="537447" y="464031"/>
                  <a:pt x="12024" y="11254"/>
                </a:cubicBezTo>
                <a:lnTo>
                  <a:pt x="0" y="0"/>
                </a:lnTo>
                <a:lnTo>
                  <a:pt x="4758726" y="0"/>
                </a:lnTo>
                <a:lnTo>
                  <a:pt x="4526601" y="141635"/>
                </a:lnTo>
                <a:cubicBezTo>
                  <a:pt x="3913845" y="510819"/>
                  <a:pt x="3285564" y="837657"/>
                  <a:pt x="2449167" y="841961"/>
                </a:cubicBezTo>
                <a:close/>
              </a:path>
            </a:pathLst>
          </a:custGeom>
          <a:gradFill>
            <a:gsLst>
              <a:gs pos="0">
                <a:schemeClr val="tx2">
                  <a:alpha val="43000"/>
                </a:schemeClr>
              </a:gs>
              <a:gs pos="100000">
                <a:schemeClr val="accent6">
                  <a:alpha val="5300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Freeform 7">
            <a:extLst>
              <a:ext uri="{FF2B5EF4-FFF2-40B4-BE49-F238E27FC236}">
                <a16:creationId xmlns:a16="http://schemas.microsoft.com/office/drawing/2014/main" id="{BBBF3E9C-CCEA-98FA-7F69-55AF07558021}"/>
              </a:ext>
            </a:extLst>
          </p:cNvPr>
          <p:cNvSpPr/>
          <p:nvPr userDrawn="1"/>
        </p:nvSpPr>
        <p:spPr>
          <a:xfrm flipH="1">
            <a:off x="-2" y="0"/>
            <a:ext cx="11262111" cy="2139696"/>
          </a:xfrm>
          <a:custGeom>
            <a:avLst/>
            <a:gdLst>
              <a:gd name="connsiteX0" fmla="*/ 3062591 w 9676770"/>
              <a:gd name="connsiteY0" fmla="*/ 1838437 h 1838496"/>
              <a:gd name="connsiteX1" fmla="*/ 10485 w 9676770"/>
              <a:gd name="connsiteY1" fmla="*/ 104484 h 1838496"/>
              <a:gd name="connsiteX2" fmla="*/ 0 w 9676770"/>
              <a:gd name="connsiteY2" fmla="*/ 0 h 1838496"/>
              <a:gd name="connsiteX3" fmla="*/ 9676770 w 9676770"/>
              <a:gd name="connsiteY3" fmla="*/ 0 h 1838496"/>
              <a:gd name="connsiteX4" fmla="*/ 9676770 w 9676770"/>
              <a:gd name="connsiteY4" fmla="*/ 396354 h 1838496"/>
              <a:gd name="connsiteX5" fmla="*/ 9495267 w 9676770"/>
              <a:gd name="connsiteY5" fmla="*/ 334664 h 1838496"/>
              <a:gd name="connsiteX6" fmla="*/ 7835850 w 9676770"/>
              <a:gd name="connsiteY6" fmla="*/ 99619 h 1838496"/>
              <a:gd name="connsiteX7" fmla="*/ 3062591 w 9676770"/>
              <a:gd name="connsiteY7" fmla="*/ 1838437 h 1838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676770" h="1838496">
                <a:moveTo>
                  <a:pt x="3062591" y="1838437"/>
                </a:moveTo>
                <a:cubicBezTo>
                  <a:pt x="1270312" y="1847662"/>
                  <a:pt x="141962" y="776331"/>
                  <a:pt x="10485" y="104484"/>
                </a:cubicBezTo>
                <a:lnTo>
                  <a:pt x="0" y="0"/>
                </a:lnTo>
                <a:lnTo>
                  <a:pt x="9676770" y="0"/>
                </a:lnTo>
                <a:lnTo>
                  <a:pt x="9676770" y="396354"/>
                </a:lnTo>
                <a:lnTo>
                  <a:pt x="9495267" y="334664"/>
                </a:lnTo>
                <a:cubicBezTo>
                  <a:pt x="9021588" y="187614"/>
                  <a:pt x="8472423" y="88973"/>
                  <a:pt x="7835850" y="99619"/>
                </a:cubicBezTo>
                <a:cubicBezTo>
                  <a:pt x="5798818" y="133686"/>
                  <a:pt x="4974355" y="1828598"/>
                  <a:pt x="3062591" y="1838437"/>
                </a:cubicBezTo>
                <a:close/>
              </a:path>
            </a:pathLst>
          </a:custGeom>
          <a:gradFill flip="none" rotWithShape="1">
            <a:gsLst>
              <a:gs pos="43000">
                <a:schemeClr val="accent3">
                  <a:lumMod val="25000"/>
                  <a:alpha val="50000"/>
                </a:schemeClr>
              </a:gs>
              <a:gs pos="73000">
                <a:schemeClr val="accent1">
                  <a:alpha val="11498"/>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3" name="Freeform 9">
            <a:extLst>
              <a:ext uri="{FF2B5EF4-FFF2-40B4-BE49-F238E27FC236}">
                <a16:creationId xmlns:a16="http://schemas.microsoft.com/office/drawing/2014/main" id="{4F937A84-95EC-EB44-470A-C82AD8E99897}"/>
              </a:ext>
            </a:extLst>
          </p:cNvPr>
          <p:cNvSpPr/>
          <p:nvPr userDrawn="1"/>
        </p:nvSpPr>
        <p:spPr>
          <a:xfrm>
            <a:off x="-24334" y="0"/>
            <a:ext cx="12218982" cy="6860673"/>
          </a:xfrm>
          <a:custGeom>
            <a:avLst/>
            <a:gdLst>
              <a:gd name="connsiteX0" fmla="*/ 4456 w 12218982"/>
              <a:gd name="connsiteY0" fmla="*/ 0 h 6860673"/>
              <a:gd name="connsiteX1" fmla="*/ 3150735 w 12218982"/>
              <a:gd name="connsiteY1" fmla="*/ 0 h 6860673"/>
              <a:gd name="connsiteX2" fmla="*/ 3150734 w 12218982"/>
              <a:gd name="connsiteY2" fmla="*/ 1 h 6860673"/>
              <a:gd name="connsiteX3" fmla="*/ 3275209 w 12218982"/>
              <a:gd name="connsiteY3" fmla="*/ 1 h 6860673"/>
              <a:gd name="connsiteX4" fmla="*/ 3275209 w 12218982"/>
              <a:gd name="connsiteY4" fmla="*/ 0 h 6860673"/>
              <a:gd name="connsiteX5" fmla="*/ 12218982 w 12218982"/>
              <a:gd name="connsiteY5" fmla="*/ 0 h 6860673"/>
              <a:gd name="connsiteX6" fmla="*/ 12218982 w 12218982"/>
              <a:gd name="connsiteY6" fmla="*/ 1983013 h 6860673"/>
              <a:gd name="connsiteX7" fmla="*/ 12062259 w 12218982"/>
              <a:gd name="connsiteY7" fmla="*/ 2024385 h 6860673"/>
              <a:gd name="connsiteX8" fmla="*/ 10972986 w 12218982"/>
              <a:gd name="connsiteY8" fmla="*/ 2139627 h 6860673"/>
              <a:gd name="connsiteX9" fmla="*/ 5417726 w 12218982"/>
              <a:gd name="connsiteY9" fmla="*/ 115939 h 6860673"/>
              <a:gd name="connsiteX10" fmla="*/ 3916598 w 12218982"/>
              <a:gd name="connsiteY10" fmla="*/ 272807 h 6860673"/>
              <a:gd name="connsiteX11" fmla="*/ 3863345 w 12218982"/>
              <a:gd name="connsiteY11" fmla="*/ 286233 h 6860673"/>
              <a:gd name="connsiteX12" fmla="*/ 3729781 w 12218982"/>
              <a:gd name="connsiteY12" fmla="*/ 323286 h 6860673"/>
              <a:gd name="connsiteX13" fmla="*/ 1717096 w 12218982"/>
              <a:gd name="connsiteY13" fmla="*/ 1451719 h 6860673"/>
              <a:gd name="connsiteX14" fmla="*/ 708597 w 12218982"/>
              <a:gd name="connsiteY14" fmla="*/ 2695590 h 6860673"/>
              <a:gd name="connsiteX15" fmla="*/ 486880 w 12218982"/>
              <a:gd name="connsiteY15" fmla="*/ 3274865 h 6860673"/>
              <a:gd name="connsiteX16" fmla="*/ 365997 w 12218982"/>
              <a:gd name="connsiteY16" fmla="*/ 3984708 h 6860673"/>
              <a:gd name="connsiteX17" fmla="*/ 341340 w 12218982"/>
              <a:gd name="connsiteY17" fmla="*/ 4301231 h 6860673"/>
              <a:gd name="connsiteX18" fmla="*/ 341340 w 12218982"/>
              <a:gd name="connsiteY18" fmla="*/ 5007890 h 6860673"/>
              <a:gd name="connsiteX19" fmla="*/ 343276 w 12218982"/>
              <a:gd name="connsiteY19" fmla="*/ 5047516 h 6860673"/>
              <a:gd name="connsiteX20" fmla="*/ 814636 w 12218982"/>
              <a:gd name="connsiteY20" fmla="*/ 6666819 h 6860673"/>
              <a:gd name="connsiteX21" fmla="*/ 915601 w 12218982"/>
              <a:gd name="connsiteY21" fmla="*/ 6858000 h 6860673"/>
              <a:gd name="connsiteX22" fmla="*/ 341340 w 12218982"/>
              <a:gd name="connsiteY22" fmla="*/ 6858000 h 6860673"/>
              <a:gd name="connsiteX23" fmla="*/ 341340 w 12218982"/>
              <a:gd name="connsiteY23" fmla="*/ 6860673 h 6860673"/>
              <a:gd name="connsiteX24" fmla="*/ 4456 w 12218982"/>
              <a:gd name="connsiteY24" fmla="*/ 6860673 h 6860673"/>
              <a:gd name="connsiteX25" fmla="*/ 4456 w 12218982"/>
              <a:gd name="connsiteY25" fmla="*/ 2794000 h 6860673"/>
              <a:gd name="connsiteX26" fmla="*/ 0 w 12218982"/>
              <a:gd name="connsiteY26" fmla="*/ 2794000 h 6860673"/>
              <a:gd name="connsiteX27" fmla="*/ 0 w 12218982"/>
              <a:gd name="connsiteY27" fmla="*/ 2022550 h 6860673"/>
              <a:gd name="connsiteX28" fmla="*/ 4456 w 12218982"/>
              <a:gd name="connsiteY28" fmla="*/ 2022550 h 6860673"/>
              <a:gd name="connsiteX29" fmla="*/ 4456 w 12218982"/>
              <a:gd name="connsiteY29" fmla="*/ 1646989 h 6860673"/>
              <a:gd name="connsiteX30" fmla="*/ 4456 w 12218982"/>
              <a:gd name="connsiteY30" fmla="*/ 0 h 68606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2218982" h="6860673">
                <a:moveTo>
                  <a:pt x="4456" y="0"/>
                </a:moveTo>
                <a:lnTo>
                  <a:pt x="3150735" y="0"/>
                </a:lnTo>
                <a:lnTo>
                  <a:pt x="3150734" y="1"/>
                </a:lnTo>
                <a:lnTo>
                  <a:pt x="3275209" y="1"/>
                </a:lnTo>
                <a:lnTo>
                  <a:pt x="3275209" y="0"/>
                </a:lnTo>
                <a:lnTo>
                  <a:pt x="12218982" y="0"/>
                </a:lnTo>
                <a:lnTo>
                  <a:pt x="12218982" y="1983013"/>
                </a:lnTo>
                <a:lnTo>
                  <a:pt x="12062259" y="2024385"/>
                </a:lnTo>
                <a:cubicBezTo>
                  <a:pt x="11728036" y="2099441"/>
                  <a:pt x="11364094" y="2141640"/>
                  <a:pt x="10972986" y="2139627"/>
                </a:cubicBezTo>
                <a:cubicBezTo>
                  <a:pt x="8748018" y="2128176"/>
                  <a:pt x="7788484" y="155587"/>
                  <a:pt x="5417726" y="115939"/>
                </a:cubicBezTo>
                <a:cubicBezTo>
                  <a:pt x="4862080" y="106647"/>
                  <a:pt x="4363654" y="168899"/>
                  <a:pt x="3916598" y="272807"/>
                </a:cubicBezTo>
                <a:lnTo>
                  <a:pt x="3863345" y="286233"/>
                </a:lnTo>
                <a:lnTo>
                  <a:pt x="3729781" y="323286"/>
                </a:lnTo>
                <a:cubicBezTo>
                  <a:pt x="3036967" y="532141"/>
                  <a:pt x="2352843" y="836886"/>
                  <a:pt x="1717096" y="1451719"/>
                </a:cubicBezTo>
                <a:cubicBezTo>
                  <a:pt x="1293264" y="1861607"/>
                  <a:pt x="966036" y="2282242"/>
                  <a:pt x="708597" y="2695590"/>
                </a:cubicBezTo>
                <a:cubicBezTo>
                  <a:pt x="593502" y="2938109"/>
                  <a:pt x="544310" y="3015870"/>
                  <a:pt x="486880" y="3274865"/>
                </a:cubicBezTo>
                <a:cubicBezTo>
                  <a:pt x="434927" y="3498394"/>
                  <a:pt x="385149" y="3635910"/>
                  <a:pt x="365997" y="3984708"/>
                </a:cubicBezTo>
                <a:lnTo>
                  <a:pt x="341340" y="4301231"/>
                </a:lnTo>
                <a:lnTo>
                  <a:pt x="341340" y="5007890"/>
                </a:lnTo>
                <a:cubicBezTo>
                  <a:pt x="341985" y="5021099"/>
                  <a:pt x="342631" y="5034307"/>
                  <a:pt x="343276" y="5047516"/>
                </a:cubicBezTo>
                <a:cubicBezTo>
                  <a:pt x="393784" y="5666740"/>
                  <a:pt x="577442" y="6188267"/>
                  <a:pt x="814636" y="6666819"/>
                </a:cubicBezTo>
                <a:lnTo>
                  <a:pt x="915601" y="6858000"/>
                </a:lnTo>
                <a:lnTo>
                  <a:pt x="341340" y="6858000"/>
                </a:lnTo>
                <a:lnTo>
                  <a:pt x="341340" y="6860673"/>
                </a:lnTo>
                <a:lnTo>
                  <a:pt x="4456" y="6860673"/>
                </a:lnTo>
                <a:lnTo>
                  <a:pt x="4456" y="2794000"/>
                </a:lnTo>
                <a:lnTo>
                  <a:pt x="0" y="2794000"/>
                </a:lnTo>
                <a:lnTo>
                  <a:pt x="0" y="2022550"/>
                </a:lnTo>
                <a:lnTo>
                  <a:pt x="4456" y="2022550"/>
                </a:lnTo>
                <a:lnTo>
                  <a:pt x="4456" y="1646989"/>
                </a:lnTo>
                <a:lnTo>
                  <a:pt x="4456" y="0"/>
                </a:lnTo>
                <a:close/>
              </a:path>
            </a:pathLst>
          </a:custGeom>
          <a:gradFill>
            <a:gsLst>
              <a:gs pos="0">
                <a:schemeClr val="accent3">
                  <a:lumMod val="25000"/>
                  <a:alpha val="60164"/>
                </a:schemeClr>
              </a:gs>
              <a:gs pos="77000">
                <a:schemeClr val="accent3">
                  <a:lumMod val="25000"/>
                  <a:alpha val="29492"/>
                </a:schemeClr>
              </a:gs>
            </a:gsLst>
            <a:path path="circle">
              <a:fillToRect t="100000" r="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4" name="Freeform 10">
            <a:extLst>
              <a:ext uri="{FF2B5EF4-FFF2-40B4-BE49-F238E27FC236}">
                <a16:creationId xmlns:a16="http://schemas.microsoft.com/office/drawing/2014/main" id="{A9BF091C-5F88-B50F-03BB-284950253993}"/>
              </a:ext>
            </a:extLst>
          </p:cNvPr>
          <p:cNvSpPr/>
          <p:nvPr userDrawn="1"/>
        </p:nvSpPr>
        <p:spPr>
          <a:xfrm flipV="1">
            <a:off x="204060" y="5377862"/>
            <a:ext cx="7471211" cy="1480138"/>
          </a:xfrm>
          <a:custGeom>
            <a:avLst/>
            <a:gdLst>
              <a:gd name="connsiteX0" fmla="*/ 1910385 w 3946673"/>
              <a:gd name="connsiteY0" fmla="*/ 781847 h 781884"/>
              <a:gd name="connsiteX1" fmla="*/ 3855031 w 3946673"/>
              <a:gd name="connsiteY1" fmla="*/ 44786 h 781884"/>
              <a:gd name="connsiteX2" fmla="*/ 3946673 w 3946673"/>
              <a:gd name="connsiteY2" fmla="*/ 0 h 781884"/>
              <a:gd name="connsiteX3" fmla="*/ 0 w 3946673"/>
              <a:gd name="connsiteY3" fmla="*/ 0 h 781884"/>
              <a:gd name="connsiteX4" fmla="*/ 54644 w 3946673"/>
              <a:gd name="connsiteY4" fmla="*/ 67939 h 781884"/>
              <a:gd name="connsiteX5" fmla="*/ 1910385 w 3946673"/>
              <a:gd name="connsiteY5" fmla="*/ 781847 h 781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946673" h="781884">
                <a:moveTo>
                  <a:pt x="1910385" y="781847"/>
                </a:moveTo>
                <a:cubicBezTo>
                  <a:pt x="2719463" y="777993"/>
                  <a:pt x="3240943" y="361686"/>
                  <a:pt x="3855031" y="44786"/>
                </a:cubicBezTo>
                <a:lnTo>
                  <a:pt x="3946673" y="0"/>
                </a:lnTo>
                <a:lnTo>
                  <a:pt x="0" y="0"/>
                </a:lnTo>
                <a:lnTo>
                  <a:pt x="54644" y="67939"/>
                </a:lnTo>
                <a:cubicBezTo>
                  <a:pt x="372182" y="426203"/>
                  <a:pt x="1020399" y="786086"/>
                  <a:pt x="1910385" y="781847"/>
                </a:cubicBezTo>
                <a:close/>
              </a:path>
            </a:pathLst>
          </a:custGeom>
          <a:gradFill>
            <a:gsLst>
              <a:gs pos="66000">
                <a:schemeClr val="tx2">
                  <a:alpha val="8123"/>
                </a:schemeClr>
              </a:gs>
              <a:gs pos="33000">
                <a:schemeClr val="accent6">
                  <a:alpha val="13919"/>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5" name="Freeform 16">
            <a:extLst>
              <a:ext uri="{FF2B5EF4-FFF2-40B4-BE49-F238E27FC236}">
                <a16:creationId xmlns:a16="http://schemas.microsoft.com/office/drawing/2014/main" id="{3FF8B459-35F5-072D-56FA-415EEABE6DC2}"/>
              </a:ext>
            </a:extLst>
          </p:cNvPr>
          <p:cNvSpPr/>
          <p:nvPr userDrawn="1"/>
        </p:nvSpPr>
        <p:spPr>
          <a:xfrm rot="10800000">
            <a:off x="-30287" y="4822578"/>
            <a:ext cx="12230888" cy="2040391"/>
          </a:xfrm>
          <a:custGeom>
            <a:avLst/>
            <a:gdLst>
              <a:gd name="connsiteX0" fmla="*/ 1751979 w 12230888"/>
              <a:gd name="connsiteY0" fmla="*/ 2040336 h 2040391"/>
              <a:gd name="connsiteX1" fmla="*/ 44227 w 12230888"/>
              <a:gd name="connsiteY1" fmla="*/ 1650944 h 2040391"/>
              <a:gd name="connsiteX2" fmla="*/ 0 w 12230888"/>
              <a:gd name="connsiteY2" fmla="*/ 1626084 h 2040391"/>
              <a:gd name="connsiteX3" fmla="*/ 0 w 12230888"/>
              <a:gd name="connsiteY3" fmla="*/ 0 h 2040391"/>
              <a:gd name="connsiteX4" fmla="*/ 12230888 w 12230888"/>
              <a:gd name="connsiteY4" fmla="*/ 0 h 2040391"/>
              <a:gd name="connsiteX5" fmla="*/ 12230888 w 12230888"/>
              <a:gd name="connsiteY5" fmla="*/ 1945571 h 2040391"/>
              <a:gd name="connsiteX6" fmla="*/ 12158569 w 12230888"/>
              <a:gd name="connsiteY6" fmla="*/ 1963333 h 2040391"/>
              <a:gd name="connsiteX7" fmla="*/ 11600914 w 12230888"/>
              <a:gd name="connsiteY7" fmla="*/ 2019284 h 2040391"/>
              <a:gd name="connsiteX8" fmla="*/ 9893162 w 12230888"/>
              <a:gd name="connsiteY8" fmla="*/ 1629893 h 2040391"/>
              <a:gd name="connsiteX9" fmla="*/ 9779649 w 12230888"/>
              <a:gd name="connsiteY9" fmla="*/ 1560235 h 2040391"/>
              <a:gd name="connsiteX10" fmla="*/ 9734876 w 12230888"/>
              <a:gd name="connsiteY10" fmla="*/ 1542756 h 2040391"/>
              <a:gd name="connsiteX11" fmla="*/ 6253752 w 12230888"/>
              <a:gd name="connsiteY11" fmla="*/ 400415 h 2040391"/>
              <a:gd name="connsiteX12" fmla="*/ 1751979 w 12230888"/>
              <a:gd name="connsiteY12" fmla="*/ 2040336 h 2040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230888" h="2040391">
                <a:moveTo>
                  <a:pt x="1751979" y="2040336"/>
                </a:moveTo>
                <a:cubicBezTo>
                  <a:pt x="1075843" y="2043817"/>
                  <a:pt x="499894" y="1884241"/>
                  <a:pt x="44227" y="1650944"/>
                </a:cubicBezTo>
                <a:lnTo>
                  <a:pt x="0" y="1626084"/>
                </a:lnTo>
                <a:lnTo>
                  <a:pt x="0" y="0"/>
                </a:lnTo>
                <a:lnTo>
                  <a:pt x="12230888" y="0"/>
                </a:lnTo>
                <a:lnTo>
                  <a:pt x="12230888" y="1945571"/>
                </a:lnTo>
                <a:lnTo>
                  <a:pt x="12158569" y="1963333"/>
                </a:lnTo>
                <a:cubicBezTo>
                  <a:pt x="11983060" y="1998243"/>
                  <a:pt x="11798121" y="2018269"/>
                  <a:pt x="11600914" y="2019284"/>
                </a:cubicBezTo>
                <a:cubicBezTo>
                  <a:pt x="10924778" y="2022765"/>
                  <a:pt x="10348830" y="1863190"/>
                  <a:pt x="9893162" y="1629893"/>
                </a:cubicBezTo>
                <a:lnTo>
                  <a:pt x="9779649" y="1560235"/>
                </a:lnTo>
                <a:lnTo>
                  <a:pt x="9734876" y="1542756"/>
                </a:lnTo>
                <a:cubicBezTo>
                  <a:pt x="9114026" y="1267812"/>
                  <a:pt x="8054852" y="370292"/>
                  <a:pt x="6253752" y="400415"/>
                </a:cubicBezTo>
                <a:cubicBezTo>
                  <a:pt x="4332581" y="432545"/>
                  <a:pt x="3555009" y="2031056"/>
                  <a:pt x="1751979" y="2040336"/>
                </a:cubicBezTo>
                <a:close/>
              </a:path>
            </a:pathLst>
          </a:custGeom>
          <a:gradFill flip="none" rotWithShape="1">
            <a:gsLst>
              <a:gs pos="0">
                <a:schemeClr val="accent6">
                  <a:alpha val="23907"/>
                </a:schemeClr>
              </a:gs>
              <a:gs pos="85000">
                <a:schemeClr val="accent5">
                  <a:lumMod val="50000"/>
                  <a:alpha val="42331"/>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6" name="Freeform 17">
            <a:extLst>
              <a:ext uri="{FF2B5EF4-FFF2-40B4-BE49-F238E27FC236}">
                <a16:creationId xmlns:a16="http://schemas.microsoft.com/office/drawing/2014/main" id="{73867BC1-390E-647F-B33F-8622748E6530}"/>
              </a:ext>
            </a:extLst>
          </p:cNvPr>
          <p:cNvSpPr/>
          <p:nvPr userDrawn="1"/>
        </p:nvSpPr>
        <p:spPr>
          <a:xfrm>
            <a:off x="0" y="0"/>
            <a:ext cx="12192000" cy="2035422"/>
          </a:xfrm>
          <a:custGeom>
            <a:avLst/>
            <a:gdLst>
              <a:gd name="connsiteX0" fmla="*/ 0 w 12192000"/>
              <a:gd name="connsiteY0" fmla="*/ 0 h 2035422"/>
              <a:gd name="connsiteX1" fmla="*/ 12192000 w 12192000"/>
              <a:gd name="connsiteY1" fmla="*/ 0 h 2035422"/>
              <a:gd name="connsiteX2" fmla="*/ 12192000 w 12192000"/>
              <a:gd name="connsiteY2" fmla="*/ 1759689 h 2035422"/>
              <a:gd name="connsiteX3" fmla="*/ 12103306 w 12192000"/>
              <a:gd name="connsiteY3" fmla="*/ 1729773 h 2035422"/>
              <a:gd name="connsiteX4" fmla="*/ 11659615 w 12192000"/>
              <a:gd name="connsiteY4" fmla="*/ 1535038 h 2035422"/>
              <a:gd name="connsiteX5" fmla="*/ 11521247 w 12192000"/>
              <a:gd name="connsiteY5" fmla="*/ 1450127 h 2035422"/>
              <a:gd name="connsiteX6" fmla="*/ 11466670 w 12192000"/>
              <a:gd name="connsiteY6" fmla="*/ 1428821 h 2035422"/>
              <a:gd name="connsiteX7" fmla="*/ 7223297 w 12192000"/>
              <a:gd name="connsiteY7" fmla="*/ 36346 h 2035422"/>
              <a:gd name="connsiteX8" fmla="*/ 1735787 w 12192000"/>
              <a:gd name="connsiteY8" fmla="*/ 2035354 h 2035422"/>
              <a:gd name="connsiteX9" fmla="*/ 97785 w 12192000"/>
              <a:gd name="connsiteY9" fmla="*/ 1755433 h 2035422"/>
              <a:gd name="connsiteX10" fmla="*/ 0 w 12192000"/>
              <a:gd name="connsiteY10" fmla="*/ 1715854 h 2035422"/>
              <a:gd name="connsiteX11" fmla="*/ 0 w 12192000"/>
              <a:gd name="connsiteY11" fmla="*/ 0 h 2035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2000" h="2035422">
                <a:moveTo>
                  <a:pt x="0" y="0"/>
                </a:moveTo>
                <a:lnTo>
                  <a:pt x="12192000" y="0"/>
                </a:lnTo>
                <a:lnTo>
                  <a:pt x="12192000" y="1759689"/>
                </a:lnTo>
                <a:lnTo>
                  <a:pt x="12103306" y="1729773"/>
                </a:lnTo>
                <a:cubicBezTo>
                  <a:pt x="11946501" y="1671612"/>
                  <a:pt x="11798476" y="1606133"/>
                  <a:pt x="11659615" y="1535038"/>
                </a:cubicBezTo>
                <a:lnTo>
                  <a:pt x="11521247" y="1450127"/>
                </a:lnTo>
                <a:lnTo>
                  <a:pt x="11466670" y="1428821"/>
                </a:lnTo>
                <a:cubicBezTo>
                  <a:pt x="10709874" y="1093673"/>
                  <a:pt x="9418777" y="-373"/>
                  <a:pt x="7223297" y="36346"/>
                </a:cubicBezTo>
                <a:cubicBezTo>
                  <a:pt x="4881454" y="75511"/>
                  <a:pt x="3933620" y="2024042"/>
                  <a:pt x="1735787" y="2035354"/>
                </a:cubicBezTo>
                <a:cubicBezTo>
                  <a:pt x="1117647" y="2038536"/>
                  <a:pt x="568201" y="1929916"/>
                  <a:pt x="97785" y="1755433"/>
                </a:cubicBezTo>
                <a:lnTo>
                  <a:pt x="0" y="1715854"/>
                </a:lnTo>
                <a:lnTo>
                  <a:pt x="0" y="0"/>
                </a:lnTo>
                <a:close/>
              </a:path>
            </a:pathLst>
          </a:custGeom>
          <a:gradFill flip="none" rotWithShape="1">
            <a:gsLst>
              <a:gs pos="0">
                <a:schemeClr val="accent3">
                  <a:lumMod val="25000"/>
                </a:schemeClr>
              </a:gs>
              <a:gs pos="99000">
                <a:schemeClr val="accent3">
                  <a:lumMod val="25000"/>
                </a:schemeClr>
              </a:gs>
              <a:gs pos="31000">
                <a:schemeClr val="accent6">
                  <a:alpha val="69328"/>
                </a:schemeClr>
              </a:gs>
              <a:gs pos="73000">
                <a:schemeClr val="accent5">
                  <a:lumMod val="50000"/>
                  <a:alpha val="42331"/>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7" name="Freeform 18">
            <a:extLst>
              <a:ext uri="{FF2B5EF4-FFF2-40B4-BE49-F238E27FC236}">
                <a16:creationId xmlns:a16="http://schemas.microsoft.com/office/drawing/2014/main" id="{FA6C5756-59FF-66C3-2611-3D7AB2049ABE}"/>
              </a:ext>
            </a:extLst>
          </p:cNvPr>
          <p:cNvSpPr/>
          <p:nvPr userDrawn="1"/>
        </p:nvSpPr>
        <p:spPr>
          <a:xfrm flipH="1">
            <a:off x="-2" y="0"/>
            <a:ext cx="11262111" cy="2139696"/>
          </a:xfrm>
          <a:custGeom>
            <a:avLst/>
            <a:gdLst>
              <a:gd name="connsiteX0" fmla="*/ 3062591 w 9676770"/>
              <a:gd name="connsiteY0" fmla="*/ 1838437 h 1838496"/>
              <a:gd name="connsiteX1" fmla="*/ 10485 w 9676770"/>
              <a:gd name="connsiteY1" fmla="*/ 104484 h 1838496"/>
              <a:gd name="connsiteX2" fmla="*/ 0 w 9676770"/>
              <a:gd name="connsiteY2" fmla="*/ 0 h 1838496"/>
              <a:gd name="connsiteX3" fmla="*/ 9676770 w 9676770"/>
              <a:gd name="connsiteY3" fmla="*/ 0 h 1838496"/>
              <a:gd name="connsiteX4" fmla="*/ 9676770 w 9676770"/>
              <a:gd name="connsiteY4" fmla="*/ 396354 h 1838496"/>
              <a:gd name="connsiteX5" fmla="*/ 9495267 w 9676770"/>
              <a:gd name="connsiteY5" fmla="*/ 334664 h 1838496"/>
              <a:gd name="connsiteX6" fmla="*/ 7835850 w 9676770"/>
              <a:gd name="connsiteY6" fmla="*/ 99619 h 1838496"/>
              <a:gd name="connsiteX7" fmla="*/ 3062591 w 9676770"/>
              <a:gd name="connsiteY7" fmla="*/ 1838437 h 1838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676770" h="1838496">
                <a:moveTo>
                  <a:pt x="3062591" y="1838437"/>
                </a:moveTo>
                <a:cubicBezTo>
                  <a:pt x="1270312" y="1847662"/>
                  <a:pt x="141962" y="776331"/>
                  <a:pt x="10485" y="104484"/>
                </a:cubicBezTo>
                <a:lnTo>
                  <a:pt x="0" y="0"/>
                </a:lnTo>
                <a:lnTo>
                  <a:pt x="9676770" y="0"/>
                </a:lnTo>
                <a:lnTo>
                  <a:pt x="9676770" y="396354"/>
                </a:lnTo>
                <a:lnTo>
                  <a:pt x="9495267" y="334664"/>
                </a:lnTo>
                <a:cubicBezTo>
                  <a:pt x="9021588" y="187614"/>
                  <a:pt x="8472423" y="88973"/>
                  <a:pt x="7835850" y="99619"/>
                </a:cubicBezTo>
                <a:cubicBezTo>
                  <a:pt x="5798818" y="133686"/>
                  <a:pt x="4974355" y="1828598"/>
                  <a:pt x="3062591" y="1838437"/>
                </a:cubicBezTo>
                <a:close/>
              </a:path>
            </a:pathLst>
          </a:custGeom>
          <a:gradFill flip="none" rotWithShape="1">
            <a:gsLst>
              <a:gs pos="43000">
                <a:schemeClr val="accent3">
                  <a:lumMod val="25000"/>
                  <a:alpha val="50000"/>
                </a:schemeClr>
              </a:gs>
              <a:gs pos="73000">
                <a:schemeClr val="accent1">
                  <a:alpha val="11498"/>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8" name="Freeform 19">
            <a:extLst>
              <a:ext uri="{FF2B5EF4-FFF2-40B4-BE49-F238E27FC236}">
                <a16:creationId xmlns:a16="http://schemas.microsoft.com/office/drawing/2014/main" id="{EF6D3160-DA6D-8CDA-3A13-8A43EC05449D}"/>
              </a:ext>
            </a:extLst>
          </p:cNvPr>
          <p:cNvSpPr/>
          <p:nvPr userDrawn="1"/>
        </p:nvSpPr>
        <p:spPr>
          <a:xfrm>
            <a:off x="0" y="7399"/>
            <a:ext cx="4758726" cy="842020"/>
          </a:xfrm>
          <a:custGeom>
            <a:avLst/>
            <a:gdLst>
              <a:gd name="connsiteX0" fmla="*/ 2449167 w 4758726"/>
              <a:gd name="connsiteY0" fmla="*/ 841961 h 842020"/>
              <a:gd name="connsiteX1" fmla="*/ 12024 w 4758726"/>
              <a:gd name="connsiteY1" fmla="*/ 11254 h 842020"/>
              <a:gd name="connsiteX2" fmla="*/ 0 w 4758726"/>
              <a:gd name="connsiteY2" fmla="*/ 0 h 842020"/>
              <a:gd name="connsiteX3" fmla="*/ 4758726 w 4758726"/>
              <a:gd name="connsiteY3" fmla="*/ 0 h 842020"/>
              <a:gd name="connsiteX4" fmla="*/ 4526601 w 4758726"/>
              <a:gd name="connsiteY4" fmla="*/ 141635 h 842020"/>
              <a:gd name="connsiteX5" fmla="*/ 2449167 w 4758726"/>
              <a:gd name="connsiteY5" fmla="*/ 841961 h 84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8726" h="842020">
                <a:moveTo>
                  <a:pt x="2449167" y="841961"/>
                </a:moveTo>
                <a:cubicBezTo>
                  <a:pt x="1373800" y="847496"/>
                  <a:pt x="537447" y="464031"/>
                  <a:pt x="12024" y="11254"/>
                </a:cubicBezTo>
                <a:lnTo>
                  <a:pt x="0" y="0"/>
                </a:lnTo>
                <a:lnTo>
                  <a:pt x="4758726" y="0"/>
                </a:lnTo>
                <a:lnTo>
                  <a:pt x="4526601" y="141635"/>
                </a:lnTo>
                <a:cubicBezTo>
                  <a:pt x="3913845" y="510819"/>
                  <a:pt x="3285564" y="837657"/>
                  <a:pt x="2449167" y="841961"/>
                </a:cubicBezTo>
                <a:close/>
              </a:path>
            </a:pathLst>
          </a:custGeom>
          <a:gradFill>
            <a:gsLst>
              <a:gs pos="0">
                <a:schemeClr val="tx2">
                  <a:alpha val="43000"/>
                </a:schemeClr>
              </a:gs>
              <a:gs pos="100000">
                <a:schemeClr val="accent6">
                  <a:alpha val="5300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494248F2-5264-4601-AA0B-6C092F77F2DD}"/>
              </a:ext>
            </a:extLst>
          </p:cNvPr>
          <p:cNvSpPr>
            <a:spLocks noGrp="1"/>
          </p:cNvSpPr>
          <p:nvPr>
            <p:ph type="ctrTitle"/>
          </p:nvPr>
        </p:nvSpPr>
        <p:spPr>
          <a:xfrm>
            <a:off x="2286000" y="2752344"/>
            <a:ext cx="7763256" cy="1600200"/>
          </a:xfrm>
        </p:spPr>
        <p:txBody>
          <a:bodyPr anchor="t">
            <a:noAutofit/>
          </a:bodyPr>
          <a:lstStyle>
            <a:lvl1pPr algn="ctr">
              <a:lnSpc>
                <a:spcPct val="100000"/>
              </a:lnSpc>
              <a:defRPr sz="4000"/>
            </a:lvl1pPr>
          </a:lstStyle>
          <a:p>
            <a:r>
              <a:rPr lang="en-US"/>
              <a:t>Click to edit Master title style</a:t>
            </a:r>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7132320" y="4233672"/>
            <a:ext cx="2843784" cy="448056"/>
          </a:xfrm>
        </p:spPr>
        <p:txBody>
          <a:bodyPr>
            <a:noAutofit/>
          </a:bodyPr>
          <a:lstStyle>
            <a:lvl1pPr marL="0" indent="0" algn="r">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27892275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5 Column">
    <p:spTree>
      <p:nvGrpSpPr>
        <p:cNvPr id="1" name=""/>
        <p:cNvGrpSpPr/>
        <p:nvPr/>
      </p:nvGrpSpPr>
      <p:grpSpPr>
        <a:xfrm>
          <a:off x="0" y="0"/>
          <a:ext cx="0" cy="0"/>
          <a:chOff x="0" y="0"/>
          <a:chExt cx="0" cy="0"/>
        </a:xfrm>
      </p:grpSpPr>
      <p:sp>
        <p:nvSpPr>
          <p:cNvPr id="51" name="Text Placeholder 50">
            <a:extLst>
              <a:ext uri="{FF2B5EF4-FFF2-40B4-BE49-F238E27FC236}">
                <a16:creationId xmlns:a16="http://schemas.microsoft.com/office/drawing/2014/main" id="{100A0D9B-ADC5-C41B-130F-1EA1EDE9F2E2}"/>
              </a:ext>
            </a:extLst>
          </p:cNvPr>
          <p:cNvSpPr>
            <a:spLocks noGrp="1"/>
          </p:cNvSpPr>
          <p:nvPr>
            <p:ph type="body" sz="quarter" idx="21"/>
          </p:nvPr>
        </p:nvSpPr>
        <p:spPr>
          <a:xfrm>
            <a:off x="9372600" y="3236976"/>
            <a:ext cx="2093976" cy="1856232"/>
          </a:xfrm>
          <a:custGeom>
            <a:avLst/>
            <a:gdLst>
              <a:gd name="connsiteX0" fmla="*/ 0 w 2093976"/>
              <a:gd name="connsiteY0" fmla="*/ 0 h 1856232"/>
              <a:gd name="connsiteX1" fmla="*/ 2093976 w 2093976"/>
              <a:gd name="connsiteY1" fmla="*/ 0 h 1856232"/>
              <a:gd name="connsiteX2" fmla="*/ 2093976 w 2093976"/>
              <a:gd name="connsiteY2" fmla="*/ 1695761 h 1856232"/>
              <a:gd name="connsiteX3" fmla="*/ 1933505 w 2093976"/>
              <a:gd name="connsiteY3" fmla="*/ 1856232 h 1856232"/>
              <a:gd name="connsiteX4" fmla="*/ 0 w 2093976"/>
              <a:gd name="connsiteY4" fmla="*/ 1856232 h 18562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3976" h="1856232">
                <a:moveTo>
                  <a:pt x="0" y="0"/>
                </a:moveTo>
                <a:lnTo>
                  <a:pt x="2093976" y="0"/>
                </a:lnTo>
                <a:lnTo>
                  <a:pt x="2093976" y="1695761"/>
                </a:lnTo>
                <a:cubicBezTo>
                  <a:pt x="2093976" y="1784387"/>
                  <a:pt x="2022131" y="1856232"/>
                  <a:pt x="1933505" y="1856232"/>
                </a:cubicBezTo>
                <a:lnTo>
                  <a:pt x="0" y="1856232"/>
                </a:lnTo>
                <a:close/>
              </a:path>
            </a:pathLst>
          </a:custGeom>
          <a:ln w="12700">
            <a:solidFill>
              <a:schemeClr val="bg1"/>
            </a:solidFill>
          </a:ln>
        </p:spPr>
        <p:txBody>
          <a:bodyPr wrap="square" lIns="256032" tIns="201168" rIns="274320" anchor="t">
            <a:noAutofit/>
          </a:bodyPr>
          <a:lstStyle>
            <a:lvl1pPr marL="0" indent="0" algn="l">
              <a:lnSpc>
                <a:spcPct val="100000"/>
              </a:lnSpc>
              <a:spcBef>
                <a:spcPts val="0"/>
              </a:spcBef>
              <a:buNone/>
              <a:defRPr sz="1400" spc="0" baseline="0"/>
            </a:lvl1pPr>
          </a:lstStyle>
          <a:p>
            <a:pPr lvl="0"/>
            <a:r>
              <a:rPr lang="en-US"/>
              <a:t>Click to edit Master text styles</a:t>
            </a:r>
          </a:p>
        </p:txBody>
      </p:sp>
      <p:sp>
        <p:nvSpPr>
          <p:cNvPr id="2" name="Title 1">
            <a:extLst>
              <a:ext uri="{FF2B5EF4-FFF2-40B4-BE49-F238E27FC236}">
                <a16:creationId xmlns:a16="http://schemas.microsoft.com/office/drawing/2014/main" id="{2653694F-11E9-3CF0-DCDE-FC7C6FAF569D}"/>
              </a:ext>
            </a:extLst>
          </p:cNvPr>
          <p:cNvSpPr>
            <a:spLocks noGrp="1"/>
          </p:cNvSpPr>
          <p:nvPr>
            <p:ph type="title"/>
          </p:nvPr>
        </p:nvSpPr>
        <p:spPr>
          <a:xfrm>
            <a:off x="1655064" y="832104"/>
            <a:ext cx="8878824" cy="1069848"/>
          </a:xfrm>
        </p:spPr>
        <p:txBody>
          <a:bodyPr anchor="b"/>
          <a:lstStyle>
            <a:lvl1pPr algn="ctr">
              <a:defRPr/>
            </a:lvl1pPr>
          </a:lstStyle>
          <a:p>
            <a:r>
              <a:rPr lang="en-US"/>
              <a:t>Click to edit Master title style</a:t>
            </a:r>
          </a:p>
        </p:txBody>
      </p:sp>
      <p:sp>
        <p:nvSpPr>
          <p:cNvPr id="57" name="Text Placeholder 56">
            <a:extLst>
              <a:ext uri="{FF2B5EF4-FFF2-40B4-BE49-F238E27FC236}">
                <a16:creationId xmlns:a16="http://schemas.microsoft.com/office/drawing/2014/main" id="{9AF8AEFF-3F3B-8AFC-621B-F653E2F1B744}"/>
              </a:ext>
            </a:extLst>
          </p:cNvPr>
          <p:cNvSpPr>
            <a:spLocks noGrp="1"/>
          </p:cNvSpPr>
          <p:nvPr>
            <p:ph type="body" sz="quarter" idx="12"/>
          </p:nvPr>
        </p:nvSpPr>
        <p:spPr>
          <a:xfrm>
            <a:off x="727339" y="2478024"/>
            <a:ext cx="2098157" cy="702770"/>
          </a:xfrm>
          <a:custGeom>
            <a:avLst/>
            <a:gdLst>
              <a:gd name="connsiteX0" fmla="*/ 169182 w 2098157"/>
              <a:gd name="connsiteY0" fmla="*/ 0 h 702770"/>
              <a:gd name="connsiteX1" fmla="*/ 2098157 w 2098157"/>
              <a:gd name="connsiteY1" fmla="*/ 0 h 702770"/>
              <a:gd name="connsiteX2" fmla="*/ 2098157 w 2098157"/>
              <a:gd name="connsiteY2" fmla="*/ 702770 h 702770"/>
              <a:gd name="connsiteX3" fmla="*/ 2097025 w 2098157"/>
              <a:gd name="connsiteY3" fmla="*/ 702770 h 702770"/>
              <a:gd name="connsiteX4" fmla="*/ 503974 w 2098157"/>
              <a:gd name="connsiteY4" fmla="*/ 702770 h 702770"/>
              <a:gd name="connsiteX5" fmla="*/ 0 w 2098157"/>
              <a:gd name="connsiteY5" fmla="*/ 702770 h 702770"/>
              <a:gd name="connsiteX6" fmla="*/ 0 w 2098157"/>
              <a:gd name="connsiteY6" fmla="*/ 202766 h 702770"/>
              <a:gd name="connsiteX7" fmla="*/ 136581 w 2098157"/>
              <a:gd name="connsiteY7" fmla="*/ 3900 h 7027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98157" h="702770">
                <a:moveTo>
                  <a:pt x="169182" y="0"/>
                </a:moveTo>
                <a:lnTo>
                  <a:pt x="2098157" y="0"/>
                </a:lnTo>
                <a:lnTo>
                  <a:pt x="2098157" y="702770"/>
                </a:lnTo>
                <a:lnTo>
                  <a:pt x="2097025" y="702770"/>
                </a:lnTo>
                <a:lnTo>
                  <a:pt x="503974" y="702770"/>
                </a:lnTo>
                <a:lnTo>
                  <a:pt x="0" y="702770"/>
                </a:lnTo>
                <a:lnTo>
                  <a:pt x="0" y="202766"/>
                </a:lnTo>
                <a:cubicBezTo>
                  <a:pt x="0" y="104671"/>
                  <a:pt x="58634" y="22828"/>
                  <a:pt x="136581" y="3900"/>
                </a:cubicBezTo>
                <a:close/>
              </a:path>
            </a:pathLst>
          </a:custGeom>
          <a:solidFill>
            <a:schemeClr val="accent6"/>
          </a:solidFill>
          <a:ln w="12700">
            <a:solidFill>
              <a:schemeClr val="accent6"/>
            </a:solidFill>
          </a:ln>
        </p:spPr>
        <p:txBody>
          <a:bodyPr wrap="square" lIns="91440" tIns="45720" rIns="91440" bIns="45720" anchor="ctr">
            <a:noAutofit/>
          </a:bodyPr>
          <a:lstStyle>
            <a:lvl1pPr marL="0" indent="0" algn="ctr">
              <a:lnSpc>
                <a:spcPct val="100000"/>
              </a:lnSpc>
              <a:spcBef>
                <a:spcPts val="0"/>
              </a:spcBef>
              <a:buNone/>
              <a:defRPr sz="2400" b="1" spc="0" baseline="0">
                <a:solidFill>
                  <a:schemeClr val="tx1"/>
                </a:solidFill>
                <a:latin typeface="+mj-lt"/>
              </a:defRPr>
            </a:lvl1pPr>
          </a:lstStyle>
          <a:p>
            <a:pPr lvl="0"/>
            <a:r>
              <a:rPr lang="en-US"/>
              <a:t>Click to edit Master text styles</a:t>
            </a:r>
          </a:p>
        </p:txBody>
      </p:sp>
      <p:sp>
        <p:nvSpPr>
          <p:cNvPr id="52" name="Text Placeholder 51">
            <a:extLst>
              <a:ext uri="{FF2B5EF4-FFF2-40B4-BE49-F238E27FC236}">
                <a16:creationId xmlns:a16="http://schemas.microsoft.com/office/drawing/2014/main" id="{C0111168-089D-E125-6CBB-0B288CE8D5B0}"/>
              </a:ext>
            </a:extLst>
          </p:cNvPr>
          <p:cNvSpPr>
            <a:spLocks noGrp="1"/>
          </p:cNvSpPr>
          <p:nvPr>
            <p:ph type="body" sz="quarter" idx="13"/>
          </p:nvPr>
        </p:nvSpPr>
        <p:spPr>
          <a:xfrm>
            <a:off x="731520" y="3236976"/>
            <a:ext cx="2093976" cy="1856232"/>
          </a:xfrm>
          <a:custGeom>
            <a:avLst/>
            <a:gdLst>
              <a:gd name="connsiteX0" fmla="*/ 0 w 2093976"/>
              <a:gd name="connsiteY0" fmla="*/ 0 h 1856232"/>
              <a:gd name="connsiteX1" fmla="*/ 2093976 w 2093976"/>
              <a:gd name="connsiteY1" fmla="*/ 0 h 1856232"/>
              <a:gd name="connsiteX2" fmla="*/ 2093976 w 2093976"/>
              <a:gd name="connsiteY2" fmla="*/ 1856232 h 1856232"/>
              <a:gd name="connsiteX3" fmla="*/ 160471 w 2093976"/>
              <a:gd name="connsiteY3" fmla="*/ 1856232 h 1856232"/>
              <a:gd name="connsiteX4" fmla="*/ 0 w 2093976"/>
              <a:gd name="connsiteY4" fmla="*/ 1695761 h 18562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3976" h="1856232">
                <a:moveTo>
                  <a:pt x="0" y="0"/>
                </a:moveTo>
                <a:lnTo>
                  <a:pt x="2093976" y="0"/>
                </a:lnTo>
                <a:lnTo>
                  <a:pt x="2093976" y="1856232"/>
                </a:lnTo>
                <a:lnTo>
                  <a:pt x="160471" y="1856232"/>
                </a:lnTo>
                <a:cubicBezTo>
                  <a:pt x="71845" y="1856232"/>
                  <a:pt x="0" y="1784387"/>
                  <a:pt x="0" y="1695761"/>
                </a:cubicBezTo>
                <a:close/>
              </a:path>
            </a:pathLst>
          </a:custGeom>
          <a:ln w="12700">
            <a:solidFill>
              <a:schemeClr val="bg1"/>
            </a:solidFill>
          </a:ln>
        </p:spPr>
        <p:txBody>
          <a:bodyPr wrap="square" lIns="256032" tIns="201168" rIns="274320" anchor="t">
            <a:noAutofit/>
          </a:bodyPr>
          <a:lstStyle>
            <a:lvl1pPr marL="0" indent="0" algn="l">
              <a:lnSpc>
                <a:spcPct val="100000"/>
              </a:lnSpc>
              <a:spcBef>
                <a:spcPts val="0"/>
              </a:spcBef>
              <a:buNone/>
              <a:defRPr sz="1400" spc="0" baseline="0"/>
            </a:lvl1pPr>
          </a:lstStyle>
          <a:p>
            <a:pPr lvl="0"/>
            <a:r>
              <a:rPr lang="en-US"/>
              <a:t>Click to edit Master text styles</a:t>
            </a:r>
          </a:p>
        </p:txBody>
      </p:sp>
      <p:sp>
        <p:nvSpPr>
          <p:cNvPr id="21" name="Text Placeholder 11">
            <a:extLst>
              <a:ext uri="{FF2B5EF4-FFF2-40B4-BE49-F238E27FC236}">
                <a16:creationId xmlns:a16="http://schemas.microsoft.com/office/drawing/2014/main" id="{20FBF32C-8DDB-F094-1C74-FDE91B64F981}"/>
              </a:ext>
            </a:extLst>
          </p:cNvPr>
          <p:cNvSpPr>
            <a:spLocks noGrp="1"/>
          </p:cNvSpPr>
          <p:nvPr>
            <p:ph type="body" sz="quarter" idx="14"/>
          </p:nvPr>
        </p:nvSpPr>
        <p:spPr>
          <a:xfrm>
            <a:off x="2884932" y="2478024"/>
            <a:ext cx="2103120" cy="704088"/>
          </a:xfrm>
          <a:solidFill>
            <a:schemeClr val="accent1"/>
          </a:solidFill>
          <a:ln w="12700">
            <a:solidFill>
              <a:schemeClr val="accent1"/>
            </a:solidFill>
          </a:ln>
        </p:spPr>
        <p:txBody>
          <a:bodyPr lIns="91440" tIns="45720" rIns="91440" bIns="45720" anchor="ctr"/>
          <a:lstStyle>
            <a:lvl1pPr marL="0" indent="0" algn="ctr">
              <a:lnSpc>
                <a:spcPct val="100000"/>
              </a:lnSpc>
              <a:spcBef>
                <a:spcPts val="0"/>
              </a:spcBef>
              <a:buNone/>
              <a:defRPr sz="2400" b="1" spc="0" baseline="0">
                <a:solidFill>
                  <a:schemeClr val="tx1"/>
                </a:solidFill>
                <a:latin typeface="+mj-lt"/>
              </a:defRPr>
            </a:lvl1pPr>
          </a:lstStyle>
          <a:p>
            <a:pPr lvl="0"/>
            <a:r>
              <a:rPr lang="en-US"/>
              <a:t>Click to edit Master text styles</a:t>
            </a:r>
          </a:p>
        </p:txBody>
      </p:sp>
      <p:sp>
        <p:nvSpPr>
          <p:cNvPr id="22" name="Text Placeholder 11">
            <a:extLst>
              <a:ext uri="{FF2B5EF4-FFF2-40B4-BE49-F238E27FC236}">
                <a16:creationId xmlns:a16="http://schemas.microsoft.com/office/drawing/2014/main" id="{C5237567-8AEF-3966-7CED-5DA3ACD21E7B}"/>
              </a:ext>
            </a:extLst>
          </p:cNvPr>
          <p:cNvSpPr>
            <a:spLocks noGrp="1"/>
          </p:cNvSpPr>
          <p:nvPr>
            <p:ph type="body" sz="quarter" idx="15"/>
          </p:nvPr>
        </p:nvSpPr>
        <p:spPr>
          <a:xfrm>
            <a:off x="2891790" y="3236976"/>
            <a:ext cx="2093976" cy="1856232"/>
          </a:xfrm>
          <a:ln w="12700">
            <a:solidFill>
              <a:schemeClr val="bg1"/>
            </a:solidFill>
          </a:ln>
        </p:spPr>
        <p:txBody>
          <a:bodyPr lIns="256032" tIns="201168" rIns="274320" anchor="t"/>
          <a:lstStyle>
            <a:lvl1pPr marL="0" indent="0" algn="l">
              <a:lnSpc>
                <a:spcPct val="100000"/>
              </a:lnSpc>
              <a:spcBef>
                <a:spcPts val="0"/>
              </a:spcBef>
              <a:buNone/>
              <a:defRPr sz="1400" spc="0" baseline="0"/>
            </a:lvl1pPr>
          </a:lstStyle>
          <a:p>
            <a:pPr lvl="0"/>
            <a:r>
              <a:rPr lang="en-US"/>
              <a:t>Click to edit Master text styles</a:t>
            </a:r>
          </a:p>
        </p:txBody>
      </p:sp>
      <p:sp>
        <p:nvSpPr>
          <p:cNvPr id="23" name="Text Placeholder 11">
            <a:extLst>
              <a:ext uri="{FF2B5EF4-FFF2-40B4-BE49-F238E27FC236}">
                <a16:creationId xmlns:a16="http://schemas.microsoft.com/office/drawing/2014/main" id="{7137587B-C03C-671F-AED7-4B974605AF4F}"/>
              </a:ext>
            </a:extLst>
          </p:cNvPr>
          <p:cNvSpPr>
            <a:spLocks noGrp="1"/>
          </p:cNvSpPr>
          <p:nvPr>
            <p:ph type="body" sz="quarter" idx="16"/>
          </p:nvPr>
        </p:nvSpPr>
        <p:spPr>
          <a:xfrm>
            <a:off x="5047488" y="2478024"/>
            <a:ext cx="2103120" cy="704088"/>
          </a:xfrm>
          <a:solidFill>
            <a:schemeClr val="accent4"/>
          </a:solidFill>
          <a:ln w="12700">
            <a:solidFill>
              <a:schemeClr val="accent4"/>
            </a:solidFill>
          </a:ln>
        </p:spPr>
        <p:txBody>
          <a:bodyPr lIns="91440" tIns="45720" rIns="91440" bIns="45720" anchor="ctr"/>
          <a:lstStyle>
            <a:lvl1pPr marL="0" indent="0" algn="ctr">
              <a:lnSpc>
                <a:spcPct val="100000"/>
              </a:lnSpc>
              <a:spcBef>
                <a:spcPts val="0"/>
              </a:spcBef>
              <a:buNone/>
              <a:defRPr sz="2400" b="1" spc="0" baseline="0">
                <a:solidFill>
                  <a:schemeClr val="tx1"/>
                </a:solidFill>
                <a:latin typeface="+mj-lt"/>
              </a:defRPr>
            </a:lvl1pPr>
          </a:lstStyle>
          <a:p>
            <a:pPr lvl="0"/>
            <a:r>
              <a:rPr lang="en-US"/>
              <a:t>Click to edit Master text styles</a:t>
            </a:r>
          </a:p>
        </p:txBody>
      </p:sp>
      <p:sp>
        <p:nvSpPr>
          <p:cNvPr id="24" name="Text Placeholder 11">
            <a:extLst>
              <a:ext uri="{FF2B5EF4-FFF2-40B4-BE49-F238E27FC236}">
                <a16:creationId xmlns:a16="http://schemas.microsoft.com/office/drawing/2014/main" id="{25D4A96A-10D9-D4AD-C775-61041F026BA1}"/>
              </a:ext>
            </a:extLst>
          </p:cNvPr>
          <p:cNvSpPr>
            <a:spLocks noGrp="1"/>
          </p:cNvSpPr>
          <p:nvPr>
            <p:ph type="body" sz="quarter" idx="17"/>
          </p:nvPr>
        </p:nvSpPr>
        <p:spPr>
          <a:xfrm>
            <a:off x="5052060" y="3236976"/>
            <a:ext cx="2093976" cy="1856232"/>
          </a:xfrm>
          <a:ln w="12700">
            <a:solidFill>
              <a:schemeClr val="bg1"/>
            </a:solidFill>
          </a:ln>
        </p:spPr>
        <p:txBody>
          <a:bodyPr lIns="256032" tIns="201168" rIns="274320" anchor="t"/>
          <a:lstStyle>
            <a:lvl1pPr marL="0" indent="0" algn="l">
              <a:lnSpc>
                <a:spcPct val="100000"/>
              </a:lnSpc>
              <a:spcBef>
                <a:spcPts val="0"/>
              </a:spcBef>
              <a:buNone/>
              <a:defRPr sz="1400" spc="0" baseline="0"/>
            </a:lvl1pPr>
          </a:lstStyle>
          <a:p>
            <a:pPr lvl="0"/>
            <a:r>
              <a:rPr lang="en-US"/>
              <a:t>Click to edit Master text styles</a:t>
            </a:r>
          </a:p>
        </p:txBody>
      </p:sp>
      <p:sp>
        <p:nvSpPr>
          <p:cNvPr id="25" name="Text Placeholder 11">
            <a:extLst>
              <a:ext uri="{FF2B5EF4-FFF2-40B4-BE49-F238E27FC236}">
                <a16:creationId xmlns:a16="http://schemas.microsoft.com/office/drawing/2014/main" id="{81308FE1-98CC-9FD0-5CF1-5A8E61C5BA93}"/>
              </a:ext>
            </a:extLst>
          </p:cNvPr>
          <p:cNvSpPr>
            <a:spLocks noGrp="1"/>
          </p:cNvSpPr>
          <p:nvPr>
            <p:ph type="body" sz="quarter" idx="18"/>
          </p:nvPr>
        </p:nvSpPr>
        <p:spPr>
          <a:xfrm>
            <a:off x="7210044" y="2478024"/>
            <a:ext cx="2103120" cy="704088"/>
          </a:xfrm>
          <a:solidFill>
            <a:schemeClr val="accent2"/>
          </a:solidFill>
          <a:ln w="12700">
            <a:solidFill>
              <a:schemeClr val="accent2"/>
            </a:solidFill>
          </a:ln>
        </p:spPr>
        <p:txBody>
          <a:bodyPr lIns="91440" tIns="45720" rIns="91440" bIns="45720" anchor="ctr"/>
          <a:lstStyle>
            <a:lvl1pPr marL="0" indent="0" algn="ctr">
              <a:lnSpc>
                <a:spcPct val="100000"/>
              </a:lnSpc>
              <a:spcBef>
                <a:spcPts val="0"/>
              </a:spcBef>
              <a:buNone/>
              <a:defRPr sz="2400" b="1" spc="0" baseline="0">
                <a:solidFill>
                  <a:schemeClr val="tx1"/>
                </a:solidFill>
                <a:latin typeface="+mj-lt"/>
              </a:defRPr>
            </a:lvl1pPr>
          </a:lstStyle>
          <a:p>
            <a:pPr lvl="0"/>
            <a:r>
              <a:rPr lang="en-US"/>
              <a:t>Click to edit Master text styles</a:t>
            </a:r>
          </a:p>
        </p:txBody>
      </p:sp>
      <p:sp>
        <p:nvSpPr>
          <p:cNvPr id="26" name="Text Placeholder 11">
            <a:extLst>
              <a:ext uri="{FF2B5EF4-FFF2-40B4-BE49-F238E27FC236}">
                <a16:creationId xmlns:a16="http://schemas.microsoft.com/office/drawing/2014/main" id="{B6FB197B-711E-A949-62E5-216CBC83FFBC}"/>
              </a:ext>
            </a:extLst>
          </p:cNvPr>
          <p:cNvSpPr>
            <a:spLocks noGrp="1"/>
          </p:cNvSpPr>
          <p:nvPr>
            <p:ph type="body" sz="quarter" idx="19"/>
          </p:nvPr>
        </p:nvSpPr>
        <p:spPr>
          <a:xfrm>
            <a:off x="7212330" y="3236976"/>
            <a:ext cx="2093976" cy="1856232"/>
          </a:xfrm>
          <a:ln w="12700">
            <a:solidFill>
              <a:schemeClr val="bg1"/>
            </a:solidFill>
          </a:ln>
        </p:spPr>
        <p:txBody>
          <a:bodyPr lIns="256032" tIns="201168" rIns="274320" anchor="t"/>
          <a:lstStyle>
            <a:lvl1pPr marL="0" indent="0" algn="l">
              <a:lnSpc>
                <a:spcPct val="100000"/>
              </a:lnSpc>
              <a:spcBef>
                <a:spcPts val="0"/>
              </a:spcBef>
              <a:buNone/>
              <a:defRPr sz="1400" spc="0" baseline="0"/>
            </a:lvl1pPr>
          </a:lstStyle>
          <a:p>
            <a:pPr lvl="0"/>
            <a:r>
              <a:rPr lang="en-US"/>
              <a:t>Click to edit Master text styles</a:t>
            </a:r>
          </a:p>
        </p:txBody>
      </p:sp>
      <p:sp>
        <p:nvSpPr>
          <p:cNvPr id="55" name="Text Placeholder 54">
            <a:extLst>
              <a:ext uri="{FF2B5EF4-FFF2-40B4-BE49-F238E27FC236}">
                <a16:creationId xmlns:a16="http://schemas.microsoft.com/office/drawing/2014/main" id="{76A5CBAC-0099-3E8F-E44D-7B999D707964}"/>
              </a:ext>
            </a:extLst>
          </p:cNvPr>
          <p:cNvSpPr>
            <a:spLocks noGrp="1"/>
          </p:cNvSpPr>
          <p:nvPr>
            <p:ph type="body" sz="quarter" idx="20"/>
          </p:nvPr>
        </p:nvSpPr>
        <p:spPr>
          <a:xfrm>
            <a:off x="9372600" y="2478025"/>
            <a:ext cx="2098157" cy="702769"/>
          </a:xfrm>
          <a:custGeom>
            <a:avLst/>
            <a:gdLst>
              <a:gd name="connsiteX0" fmla="*/ 0 w 2098157"/>
              <a:gd name="connsiteY0" fmla="*/ 0 h 702769"/>
              <a:gd name="connsiteX1" fmla="*/ 1928984 w 2098157"/>
              <a:gd name="connsiteY1" fmla="*/ 0 h 702769"/>
              <a:gd name="connsiteX2" fmla="*/ 1961576 w 2098157"/>
              <a:gd name="connsiteY2" fmla="*/ 3899 h 702769"/>
              <a:gd name="connsiteX3" fmla="*/ 2098157 w 2098157"/>
              <a:gd name="connsiteY3" fmla="*/ 202765 h 702769"/>
              <a:gd name="connsiteX4" fmla="*/ 2098157 w 2098157"/>
              <a:gd name="connsiteY4" fmla="*/ 702769 h 702769"/>
              <a:gd name="connsiteX5" fmla="*/ 1594183 w 2098157"/>
              <a:gd name="connsiteY5" fmla="*/ 702769 h 702769"/>
              <a:gd name="connsiteX6" fmla="*/ 1132 w 2098157"/>
              <a:gd name="connsiteY6" fmla="*/ 702769 h 702769"/>
              <a:gd name="connsiteX7" fmla="*/ 0 w 2098157"/>
              <a:gd name="connsiteY7" fmla="*/ 702769 h 7027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98157" h="702769">
                <a:moveTo>
                  <a:pt x="0" y="0"/>
                </a:moveTo>
                <a:lnTo>
                  <a:pt x="1928984" y="0"/>
                </a:lnTo>
                <a:lnTo>
                  <a:pt x="1961576" y="3899"/>
                </a:lnTo>
                <a:cubicBezTo>
                  <a:pt x="2039523" y="22827"/>
                  <a:pt x="2098157" y="104670"/>
                  <a:pt x="2098157" y="202765"/>
                </a:cubicBezTo>
                <a:lnTo>
                  <a:pt x="2098157" y="702769"/>
                </a:lnTo>
                <a:lnTo>
                  <a:pt x="1594183" y="702769"/>
                </a:lnTo>
                <a:lnTo>
                  <a:pt x="1132" y="702769"/>
                </a:lnTo>
                <a:lnTo>
                  <a:pt x="0" y="702769"/>
                </a:lnTo>
                <a:close/>
              </a:path>
            </a:pathLst>
          </a:custGeom>
          <a:solidFill>
            <a:schemeClr val="tx2"/>
          </a:solidFill>
          <a:ln w="12700">
            <a:solidFill>
              <a:schemeClr val="tx2"/>
            </a:solidFill>
          </a:ln>
        </p:spPr>
        <p:txBody>
          <a:bodyPr wrap="square" lIns="91440" tIns="45720" rIns="91440" bIns="45720" anchor="ctr">
            <a:noAutofit/>
          </a:bodyPr>
          <a:lstStyle>
            <a:lvl1pPr marL="0" indent="0" algn="ctr">
              <a:lnSpc>
                <a:spcPct val="100000"/>
              </a:lnSpc>
              <a:spcBef>
                <a:spcPts val="0"/>
              </a:spcBef>
              <a:buNone/>
              <a:defRPr sz="2400" b="1" spc="0" baseline="0">
                <a:solidFill>
                  <a:schemeClr val="tx1"/>
                </a:solidFill>
                <a:latin typeface="+mj-lt"/>
              </a:defRPr>
            </a:lvl1pPr>
          </a:lstStyle>
          <a:p>
            <a:pPr lvl="0"/>
            <a:r>
              <a:rPr lang="en-US"/>
              <a:t>Click to edit Master text styles</a:t>
            </a:r>
          </a:p>
        </p:txBody>
      </p:sp>
    </p:spTree>
    <p:extLst>
      <p:ext uri="{BB962C8B-B14F-4D97-AF65-F5344CB8AC3E}">
        <p14:creationId xmlns:p14="http://schemas.microsoft.com/office/powerpoint/2010/main" val="9669002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53694F-11E9-3CF0-DCDE-FC7C6FAF569D}"/>
              </a:ext>
            </a:extLst>
          </p:cNvPr>
          <p:cNvSpPr>
            <a:spLocks noGrp="1"/>
          </p:cNvSpPr>
          <p:nvPr>
            <p:ph type="title"/>
          </p:nvPr>
        </p:nvSpPr>
        <p:spPr>
          <a:xfrm>
            <a:off x="1792224" y="832104"/>
            <a:ext cx="8878824" cy="1069848"/>
          </a:xfrm>
        </p:spPr>
        <p:txBody>
          <a:bodyPr anchor="b"/>
          <a:lstStyle>
            <a:lvl1pPr algn="ctr">
              <a:defRPr/>
            </a:lvl1pPr>
          </a:lstStyle>
          <a:p>
            <a:r>
              <a:rPr lang="en-US"/>
              <a:t>Click to edit Master title style</a:t>
            </a:r>
          </a:p>
        </p:txBody>
      </p:sp>
      <p:sp>
        <p:nvSpPr>
          <p:cNvPr id="3" name="Footer Placeholder 2">
            <a:extLst>
              <a:ext uri="{FF2B5EF4-FFF2-40B4-BE49-F238E27FC236}">
                <a16:creationId xmlns:a16="http://schemas.microsoft.com/office/drawing/2014/main" id="{CC652500-B558-F785-439F-12315F433125}"/>
              </a:ext>
            </a:extLst>
          </p:cNvPr>
          <p:cNvSpPr>
            <a:spLocks noGrp="1"/>
          </p:cNvSpPr>
          <p:nvPr>
            <p:ph type="ftr" sz="quarter" idx="10"/>
          </p:nvPr>
        </p:nvSpPr>
        <p:spPr/>
        <p:txBody>
          <a:bodyPr/>
          <a:lstStyle/>
          <a:p>
            <a:r>
              <a:rPr lang="en-US"/>
              <a:t>Crypto: investing &amp; trading</a:t>
            </a:r>
          </a:p>
        </p:txBody>
      </p:sp>
      <p:sp>
        <p:nvSpPr>
          <p:cNvPr id="4" name="Slide Number Placeholder 3">
            <a:extLst>
              <a:ext uri="{FF2B5EF4-FFF2-40B4-BE49-F238E27FC236}">
                <a16:creationId xmlns:a16="http://schemas.microsoft.com/office/drawing/2014/main" id="{938A96B1-64D5-11B6-BD02-AD31F317296F}"/>
              </a:ext>
            </a:extLst>
          </p:cNvPr>
          <p:cNvSpPr>
            <a:spLocks noGrp="1"/>
          </p:cNvSpPr>
          <p:nvPr>
            <p:ph type="sldNum" sz="quarter" idx="11"/>
          </p:nvPr>
        </p:nvSpPr>
        <p:spPr/>
        <p:txBody>
          <a:bodyPr/>
          <a:lstStyle/>
          <a:p>
            <a:fld id="{294A09A9-5501-47C1-A89A-A340965A2BE2}" type="slidenum">
              <a:rPr lang="en-US" smtClean="0"/>
              <a:pPr/>
              <a:t>‹#›</a:t>
            </a:fld>
            <a:endParaRPr lang="en-US"/>
          </a:p>
        </p:txBody>
      </p:sp>
      <p:cxnSp>
        <p:nvCxnSpPr>
          <p:cNvPr id="5" name="Straight Connector 4">
            <a:extLst>
              <a:ext uri="{FF2B5EF4-FFF2-40B4-BE49-F238E27FC236}">
                <a16:creationId xmlns:a16="http://schemas.microsoft.com/office/drawing/2014/main" id="{2C883D99-31C6-D5A2-D86A-FC9440CEA769}"/>
              </a:ext>
            </a:extLst>
          </p:cNvPr>
          <p:cNvCxnSpPr>
            <a:cxnSpLocks/>
          </p:cNvCxnSpPr>
          <p:nvPr userDrawn="1"/>
        </p:nvCxnSpPr>
        <p:spPr>
          <a:xfrm>
            <a:off x="1944007" y="3324115"/>
            <a:ext cx="2170451" cy="0"/>
          </a:xfrm>
          <a:prstGeom prst="line">
            <a:avLst/>
          </a:prstGeom>
          <a:ln w="12700">
            <a:solidFill>
              <a:schemeClr val="accent6"/>
            </a:solidFill>
            <a:prstDash val="solid"/>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238AB5A6-6184-8A00-738A-9F575C1472CC}"/>
              </a:ext>
            </a:extLst>
          </p:cNvPr>
          <p:cNvCxnSpPr>
            <a:cxnSpLocks/>
          </p:cNvCxnSpPr>
          <p:nvPr userDrawn="1"/>
        </p:nvCxnSpPr>
        <p:spPr>
          <a:xfrm>
            <a:off x="4114458" y="3322646"/>
            <a:ext cx="2171700" cy="0"/>
          </a:xfrm>
          <a:prstGeom prst="line">
            <a:avLst/>
          </a:prstGeom>
          <a:ln w="12700">
            <a:solidFill>
              <a:schemeClr val="accent5"/>
            </a:solidFill>
            <a:prstDash val="solid"/>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70BFB726-8911-1D40-8CAD-0678A3988661}"/>
              </a:ext>
            </a:extLst>
          </p:cNvPr>
          <p:cNvCxnSpPr>
            <a:cxnSpLocks/>
          </p:cNvCxnSpPr>
          <p:nvPr userDrawn="1"/>
        </p:nvCxnSpPr>
        <p:spPr>
          <a:xfrm>
            <a:off x="6286158" y="3322646"/>
            <a:ext cx="2161515" cy="14408"/>
          </a:xfrm>
          <a:prstGeom prst="line">
            <a:avLst/>
          </a:prstGeom>
          <a:ln w="12700">
            <a:solidFill>
              <a:schemeClr val="accent4"/>
            </a:solidFill>
            <a:prstDash val="solid"/>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3A06BA5D-5C40-149B-0AE7-118CF43109F3}"/>
              </a:ext>
            </a:extLst>
          </p:cNvPr>
          <p:cNvCxnSpPr>
            <a:cxnSpLocks/>
          </p:cNvCxnSpPr>
          <p:nvPr userDrawn="1"/>
        </p:nvCxnSpPr>
        <p:spPr>
          <a:xfrm>
            <a:off x="8447673" y="3333307"/>
            <a:ext cx="2189197" cy="0"/>
          </a:xfrm>
          <a:prstGeom prst="line">
            <a:avLst/>
          </a:prstGeom>
          <a:ln w="12700">
            <a:solidFill>
              <a:schemeClr val="accent2"/>
            </a:solidFill>
            <a:prstDash val="solid"/>
          </a:ln>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0E1F9F84-FEDF-EE4B-151E-0BA753B313F2}"/>
              </a:ext>
            </a:extLst>
          </p:cNvPr>
          <p:cNvSpPr/>
          <p:nvPr userDrawn="1"/>
        </p:nvSpPr>
        <p:spPr>
          <a:xfrm>
            <a:off x="1349145" y="2715964"/>
            <a:ext cx="1218817" cy="121881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B5D1979A-4075-FDBC-DC21-B473A894753D}"/>
              </a:ext>
            </a:extLst>
          </p:cNvPr>
          <p:cNvSpPr/>
          <p:nvPr userDrawn="1"/>
        </p:nvSpPr>
        <p:spPr>
          <a:xfrm>
            <a:off x="3525168" y="2721004"/>
            <a:ext cx="1218817" cy="1218817"/>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4253DC90-8B68-11F4-262C-EF788CC251ED}"/>
              </a:ext>
            </a:extLst>
          </p:cNvPr>
          <p:cNvSpPr/>
          <p:nvPr userDrawn="1"/>
        </p:nvSpPr>
        <p:spPr>
          <a:xfrm>
            <a:off x="5704017" y="2716977"/>
            <a:ext cx="1218817" cy="1218817"/>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8CEBAA34-A280-D694-891B-142A8D7FA33C}"/>
              </a:ext>
            </a:extLst>
          </p:cNvPr>
          <p:cNvSpPr/>
          <p:nvPr userDrawn="1"/>
        </p:nvSpPr>
        <p:spPr>
          <a:xfrm>
            <a:off x="7847695" y="2726015"/>
            <a:ext cx="1218817" cy="121881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DEC576C9-CAB6-8D5D-5976-B4CC1FB6B5C0}"/>
              </a:ext>
            </a:extLst>
          </p:cNvPr>
          <p:cNvSpPr/>
          <p:nvPr userDrawn="1"/>
        </p:nvSpPr>
        <p:spPr>
          <a:xfrm>
            <a:off x="10049319" y="2718520"/>
            <a:ext cx="1218817" cy="121881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0B3AAAB5-1B7C-5567-E7F2-E97DCAFEA821}"/>
              </a:ext>
            </a:extLst>
          </p:cNvPr>
          <p:cNvSpPr/>
          <p:nvPr userDrawn="1"/>
        </p:nvSpPr>
        <p:spPr>
          <a:xfrm flipH="1">
            <a:off x="1418423" y="2786515"/>
            <a:ext cx="1071564" cy="1071564"/>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6E861CF-DCF3-E6B9-1438-583DC69FFA06}"/>
              </a:ext>
            </a:extLst>
          </p:cNvPr>
          <p:cNvSpPr/>
          <p:nvPr userDrawn="1"/>
        </p:nvSpPr>
        <p:spPr>
          <a:xfrm flipH="1">
            <a:off x="3593035" y="2791555"/>
            <a:ext cx="1071564" cy="1071564"/>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0F4D24E5-CE49-C81C-1933-88384A77E742}"/>
              </a:ext>
            </a:extLst>
          </p:cNvPr>
          <p:cNvSpPr/>
          <p:nvPr userDrawn="1"/>
        </p:nvSpPr>
        <p:spPr>
          <a:xfrm flipH="1">
            <a:off x="5771884" y="2787528"/>
            <a:ext cx="1071564" cy="1071564"/>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0F1CA68B-CB89-15A1-13F9-3DD65297D0BD}"/>
              </a:ext>
            </a:extLst>
          </p:cNvPr>
          <p:cNvSpPr/>
          <p:nvPr userDrawn="1"/>
        </p:nvSpPr>
        <p:spPr>
          <a:xfrm flipH="1">
            <a:off x="7915562" y="2796566"/>
            <a:ext cx="1071564" cy="1071564"/>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3AD773FD-C1E4-FDB0-FDF1-0925375BE2A5}"/>
              </a:ext>
            </a:extLst>
          </p:cNvPr>
          <p:cNvSpPr/>
          <p:nvPr userDrawn="1"/>
        </p:nvSpPr>
        <p:spPr>
          <a:xfrm flipH="1">
            <a:off x="10129886" y="2789071"/>
            <a:ext cx="1071564" cy="1071564"/>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 Placeholder 11">
            <a:extLst>
              <a:ext uri="{FF2B5EF4-FFF2-40B4-BE49-F238E27FC236}">
                <a16:creationId xmlns:a16="http://schemas.microsoft.com/office/drawing/2014/main" id="{ACA633AF-3209-BF0D-1450-6A91ACC8533F}"/>
              </a:ext>
            </a:extLst>
          </p:cNvPr>
          <p:cNvSpPr>
            <a:spLocks noGrp="1"/>
          </p:cNvSpPr>
          <p:nvPr>
            <p:ph type="body" sz="quarter" idx="12"/>
          </p:nvPr>
        </p:nvSpPr>
        <p:spPr>
          <a:xfrm>
            <a:off x="1380744" y="4114800"/>
            <a:ext cx="1362456" cy="466344"/>
          </a:xfrm>
        </p:spPr>
        <p:txBody>
          <a:bodyPr lIns="91440" tIns="45720" rIns="91440" bIns="45720" anchor="t"/>
          <a:lstStyle>
            <a:lvl1pPr marL="0" indent="0" algn="l">
              <a:lnSpc>
                <a:spcPct val="100000"/>
              </a:lnSpc>
              <a:spcBef>
                <a:spcPts val="0"/>
              </a:spcBef>
              <a:buNone/>
              <a:defRPr sz="2400" b="1" spc="0" baseline="0">
                <a:latin typeface="+mj-lt"/>
              </a:defRPr>
            </a:lvl1pPr>
          </a:lstStyle>
          <a:p>
            <a:pPr lvl="0"/>
            <a:r>
              <a:rPr lang="en-US"/>
              <a:t>Click to edit Master text styles</a:t>
            </a:r>
          </a:p>
        </p:txBody>
      </p:sp>
      <p:sp>
        <p:nvSpPr>
          <p:cNvPr id="20" name="Text Placeholder 11">
            <a:extLst>
              <a:ext uri="{FF2B5EF4-FFF2-40B4-BE49-F238E27FC236}">
                <a16:creationId xmlns:a16="http://schemas.microsoft.com/office/drawing/2014/main" id="{F70EFB68-D184-8E31-A027-F291D78776BF}"/>
              </a:ext>
            </a:extLst>
          </p:cNvPr>
          <p:cNvSpPr>
            <a:spLocks noGrp="1"/>
          </p:cNvSpPr>
          <p:nvPr>
            <p:ph type="body" sz="quarter" idx="13"/>
          </p:nvPr>
        </p:nvSpPr>
        <p:spPr>
          <a:xfrm>
            <a:off x="1380744" y="4599432"/>
            <a:ext cx="1362456" cy="740664"/>
          </a:xfrm>
        </p:spPr>
        <p:txBody>
          <a:bodyPr anchor="t"/>
          <a:lstStyle>
            <a:lvl1pPr marL="0" indent="0" algn="l">
              <a:lnSpc>
                <a:spcPct val="100000"/>
              </a:lnSpc>
              <a:spcBef>
                <a:spcPts val="0"/>
              </a:spcBef>
              <a:buNone/>
              <a:defRPr sz="1400" spc="0" baseline="0"/>
            </a:lvl1pPr>
          </a:lstStyle>
          <a:p>
            <a:pPr lvl="0"/>
            <a:r>
              <a:rPr lang="en-US"/>
              <a:t>Click to edit Master text styles</a:t>
            </a:r>
          </a:p>
        </p:txBody>
      </p:sp>
      <p:sp>
        <p:nvSpPr>
          <p:cNvPr id="21" name="Text Placeholder 11">
            <a:extLst>
              <a:ext uri="{FF2B5EF4-FFF2-40B4-BE49-F238E27FC236}">
                <a16:creationId xmlns:a16="http://schemas.microsoft.com/office/drawing/2014/main" id="{20FBF32C-8DDB-F094-1C74-FDE91B64F981}"/>
              </a:ext>
            </a:extLst>
          </p:cNvPr>
          <p:cNvSpPr>
            <a:spLocks noGrp="1"/>
          </p:cNvSpPr>
          <p:nvPr>
            <p:ph type="body" sz="quarter" idx="14"/>
          </p:nvPr>
        </p:nvSpPr>
        <p:spPr>
          <a:xfrm>
            <a:off x="3538728" y="4114800"/>
            <a:ext cx="1362456" cy="466344"/>
          </a:xfrm>
        </p:spPr>
        <p:txBody>
          <a:bodyPr lIns="91440" tIns="45720" rIns="91440" bIns="45720" anchor="t"/>
          <a:lstStyle>
            <a:lvl1pPr marL="0" indent="0" algn="l">
              <a:lnSpc>
                <a:spcPct val="100000"/>
              </a:lnSpc>
              <a:spcBef>
                <a:spcPts val="0"/>
              </a:spcBef>
              <a:buNone/>
              <a:defRPr sz="2400" b="1" spc="0" baseline="0">
                <a:latin typeface="+mj-lt"/>
              </a:defRPr>
            </a:lvl1pPr>
          </a:lstStyle>
          <a:p>
            <a:pPr lvl="0"/>
            <a:r>
              <a:rPr lang="en-US"/>
              <a:t>Click to edit Master text styles</a:t>
            </a:r>
          </a:p>
        </p:txBody>
      </p:sp>
      <p:sp>
        <p:nvSpPr>
          <p:cNvPr id="22" name="Text Placeholder 11">
            <a:extLst>
              <a:ext uri="{FF2B5EF4-FFF2-40B4-BE49-F238E27FC236}">
                <a16:creationId xmlns:a16="http://schemas.microsoft.com/office/drawing/2014/main" id="{C5237567-8AEF-3966-7CED-5DA3ACD21E7B}"/>
              </a:ext>
            </a:extLst>
          </p:cNvPr>
          <p:cNvSpPr>
            <a:spLocks noGrp="1"/>
          </p:cNvSpPr>
          <p:nvPr>
            <p:ph type="body" sz="quarter" idx="15"/>
          </p:nvPr>
        </p:nvSpPr>
        <p:spPr>
          <a:xfrm>
            <a:off x="3538728" y="4599432"/>
            <a:ext cx="1362456" cy="740664"/>
          </a:xfrm>
        </p:spPr>
        <p:txBody>
          <a:bodyPr anchor="t"/>
          <a:lstStyle>
            <a:lvl1pPr marL="0" indent="0" algn="l">
              <a:lnSpc>
                <a:spcPct val="100000"/>
              </a:lnSpc>
              <a:spcBef>
                <a:spcPts val="0"/>
              </a:spcBef>
              <a:buNone/>
              <a:defRPr sz="1400" spc="0" baseline="0"/>
            </a:lvl1pPr>
          </a:lstStyle>
          <a:p>
            <a:pPr lvl="0"/>
            <a:r>
              <a:rPr lang="en-US"/>
              <a:t>Click to edit Master text styles</a:t>
            </a:r>
          </a:p>
        </p:txBody>
      </p:sp>
      <p:sp>
        <p:nvSpPr>
          <p:cNvPr id="23" name="Text Placeholder 11">
            <a:extLst>
              <a:ext uri="{FF2B5EF4-FFF2-40B4-BE49-F238E27FC236}">
                <a16:creationId xmlns:a16="http://schemas.microsoft.com/office/drawing/2014/main" id="{7137587B-C03C-671F-AED7-4B974605AF4F}"/>
              </a:ext>
            </a:extLst>
          </p:cNvPr>
          <p:cNvSpPr>
            <a:spLocks noGrp="1"/>
          </p:cNvSpPr>
          <p:nvPr>
            <p:ph type="body" sz="quarter" idx="16"/>
          </p:nvPr>
        </p:nvSpPr>
        <p:spPr>
          <a:xfrm>
            <a:off x="5724144" y="4114800"/>
            <a:ext cx="1362456" cy="466344"/>
          </a:xfrm>
        </p:spPr>
        <p:txBody>
          <a:bodyPr lIns="91440" tIns="45720" rIns="91440" bIns="45720" anchor="t"/>
          <a:lstStyle>
            <a:lvl1pPr marL="0" indent="0" algn="l">
              <a:lnSpc>
                <a:spcPct val="100000"/>
              </a:lnSpc>
              <a:spcBef>
                <a:spcPts val="0"/>
              </a:spcBef>
              <a:buNone/>
              <a:defRPr sz="2400" b="1" spc="0" baseline="0">
                <a:latin typeface="+mj-lt"/>
              </a:defRPr>
            </a:lvl1pPr>
          </a:lstStyle>
          <a:p>
            <a:pPr lvl="0"/>
            <a:r>
              <a:rPr lang="en-US"/>
              <a:t>Click to edit Master text styles</a:t>
            </a:r>
          </a:p>
        </p:txBody>
      </p:sp>
      <p:sp>
        <p:nvSpPr>
          <p:cNvPr id="24" name="Text Placeholder 11">
            <a:extLst>
              <a:ext uri="{FF2B5EF4-FFF2-40B4-BE49-F238E27FC236}">
                <a16:creationId xmlns:a16="http://schemas.microsoft.com/office/drawing/2014/main" id="{25D4A96A-10D9-D4AD-C775-61041F026BA1}"/>
              </a:ext>
            </a:extLst>
          </p:cNvPr>
          <p:cNvSpPr>
            <a:spLocks noGrp="1"/>
          </p:cNvSpPr>
          <p:nvPr>
            <p:ph type="body" sz="quarter" idx="17"/>
          </p:nvPr>
        </p:nvSpPr>
        <p:spPr>
          <a:xfrm>
            <a:off x="5724144" y="4599432"/>
            <a:ext cx="1362456" cy="740664"/>
          </a:xfrm>
        </p:spPr>
        <p:txBody>
          <a:bodyPr anchor="t"/>
          <a:lstStyle>
            <a:lvl1pPr marL="0" indent="0" algn="l">
              <a:lnSpc>
                <a:spcPct val="100000"/>
              </a:lnSpc>
              <a:spcBef>
                <a:spcPts val="0"/>
              </a:spcBef>
              <a:buNone/>
              <a:defRPr sz="1400" spc="0" baseline="0"/>
            </a:lvl1pPr>
          </a:lstStyle>
          <a:p>
            <a:pPr lvl="0"/>
            <a:r>
              <a:rPr lang="en-US"/>
              <a:t>Click to edit Master text styles</a:t>
            </a:r>
          </a:p>
        </p:txBody>
      </p:sp>
      <p:sp>
        <p:nvSpPr>
          <p:cNvPr id="25" name="Text Placeholder 11">
            <a:extLst>
              <a:ext uri="{FF2B5EF4-FFF2-40B4-BE49-F238E27FC236}">
                <a16:creationId xmlns:a16="http://schemas.microsoft.com/office/drawing/2014/main" id="{81308FE1-98CC-9FD0-5CF1-5A8E61C5BA93}"/>
              </a:ext>
            </a:extLst>
          </p:cNvPr>
          <p:cNvSpPr>
            <a:spLocks noGrp="1"/>
          </p:cNvSpPr>
          <p:nvPr>
            <p:ph type="body" sz="quarter" idx="18"/>
          </p:nvPr>
        </p:nvSpPr>
        <p:spPr>
          <a:xfrm>
            <a:off x="7872984" y="4114800"/>
            <a:ext cx="1362456" cy="466344"/>
          </a:xfrm>
        </p:spPr>
        <p:txBody>
          <a:bodyPr lIns="91440" tIns="45720" rIns="91440" bIns="45720" anchor="t"/>
          <a:lstStyle>
            <a:lvl1pPr marL="0" indent="0" algn="l">
              <a:lnSpc>
                <a:spcPct val="100000"/>
              </a:lnSpc>
              <a:spcBef>
                <a:spcPts val="0"/>
              </a:spcBef>
              <a:buNone/>
              <a:defRPr sz="2400" b="1" spc="0" baseline="0">
                <a:latin typeface="+mj-lt"/>
              </a:defRPr>
            </a:lvl1pPr>
          </a:lstStyle>
          <a:p>
            <a:pPr lvl="0"/>
            <a:r>
              <a:rPr lang="en-US"/>
              <a:t>Click to edit Master text styles</a:t>
            </a:r>
          </a:p>
        </p:txBody>
      </p:sp>
      <p:sp>
        <p:nvSpPr>
          <p:cNvPr id="26" name="Text Placeholder 11">
            <a:extLst>
              <a:ext uri="{FF2B5EF4-FFF2-40B4-BE49-F238E27FC236}">
                <a16:creationId xmlns:a16="http://schemas.microsoft.com/office/drawing/2014/main" id="{B6FB197B-711E-A949-62E5-216CBC83FFBC}"/>
              </a:ext>
            </a:extLst>
          </p:cNvPr>
          <p:cNvSpPr>
            <a:spLocks noGrp="1"/>
          </p:cNvSpPr>
          <p:nvPr>
            <p:ph type="body" sz="quarter" idx="19"/>
          </p:nvPr>
        </p:nvSpPr>
        <p:spPr>
          <a:xfrm>
            <a:off x="7872984" y="4599432"/>
            <a:ext cx="1362456" cy="740664"/>
          </a:xfrm>
        </p:spPr>
        <p:txBody>
          <a:bodyPr anchor="t"/>
          <a:lstStyle>
            <a:lvl1pPr marL="0" indent="0" algn="l">
              <a:lnSpc>
                <a:spcPct val="100000"/>
              </a:lnSpc>
              <a:spcBef>
                <a:spcPts val="0"/>
              </a:spcBef>
              <a:buNone/>
              <a:defRPr sz="1400" spc="0" baseline="0"/>
            </a:lvl1pPr>
          </a:lstStyle>
          <a:p>
            <a:pPr lvl="0"/>
            <a:r>
              <a:rPr lang="en-US"/>
              <a:t>Click to edit Master text styles</a:t>
            </a:r>
          </a:p>
        </p:txBody>
      </p:sp>
      <p:sp>
        <p:nvSpPr>
          <p:cNvPr id="27" name="Text Placeholder 11">
            <a:extLst>
              <a:ext uri="{FF2B5EF4-FFF2-40B4-BE49-F238E27FC236}">
                <a16:creationId xmlns:a16="http://schemas.microsoft.com/office/drawing/2014/main" id="{BC5472B4-CBBF-AC70-5BA8-A0661E663D4A}"/>
              </a:ext>
            </a:extLst>
          </p:cNvPr>
          <p:cNvSpPr>
            <a:spLocks noGrp="1"/>
          </p:cNvSpPr>
          <p:nvPr>
            <p:ph type="body" sz="quarter" idx="20"/>
          </p:nvPr>
        </p:nvSpPr>
        <p:spPr>
          <a:xfrm>
            <a:off x="10058400" y="4114800"/>
            <a:ext cx="1362456" cy="466344"/>
          </a:xfrm>
        </p:spPr>
        <p:txBody>
          <a:bodyPr lIns="91440" tIns="45720" rIns="91440" bIns="45720" anchor="t"/>
          <a:lstStyle>
            <a:lvl1pPr marL="0" indent="0" algn="l">
              <a:lnSpc>
                <a:spcPct val="100000"/>
              </a:lnSpc>
              <a:spcBef>
                <a:spcPts val="0"/>
              </a:spcBef>
              <a:buNone/>
              <a:defRPr sz="2400" b="1" spc="0" baseline="0">
                <a:latin typeface="+mj-lt"/>
              </a:defRPr>
            </a:lvl1pPr>
          </a:lstStyle>
          <a:p>
            <a:pPr lvl="0"/>
            <a:r>
              <a:rPr lang="en-US"/>
              <a:t>Click to edit Master text styles</a:t>
            </a:r>
          </a:p>
        </p:txBody>
      </p:sp>
      <p:sp>
        <p:nvSpPr>
          <p:cNvPr id="28" name="Text Placeholder 11">
            <a:extLst>
              <a:ext uri="{FF2B5EF4-FFF2-40B4-BE49-F238E27FC236}">
                <a16:creationId xmlns:a16="http://schemas.microsoft.com/office/drawing/2014/main" id="{C3CEEBDA-7860-91AD-704A-7A540E1E58F7}"/>
              </a:ext>
            </a:extLst>
          </p:cNvPr>
          <p:cNvSpPr>
            <a:spLocks noGrp="1"/>
          </p:cNvSpPr>
          <p:nvPr>
            <p:ph type="body" sz="quarter" idx="21"/>
          </p:nvPr>
        </p:nvSpPr>
        <p:spPr>
          <a:xfrm>
            <a:off x="10058400" y="4599432"/>
            <a:ext cx="1362456" cy="740664"/>
          </a:xfrm>
        </p:spPr>
        <p:txBody>
          <a:bodyPr anchor="t"/>
          <a:lstStyle>
            <a:lvl1pPr marL="0" indent="0" algn="l">
              <a:lnSpc>
                <a:spcPct val="100000"/>
              </a:lnSpc>
              <a:spcBef>
                <a:spcPts val="0"/>
              </a:spcBef>
              <a:buNone/>
              <a:defRPr sz="1400" spc="0" baseline="0"/>
            </a:lvl1pPr>
          </a:lstStyle>
          <a:p>
            <a:pPr lvl="0"/>
            <a:r>
              <a:rPr lang="en-US"/>
              <a:t>Click to edit Master text styles</a:t>
            </a:r>
          </a:p>
        </p:txBody>
      </p:sp>
      <p:sp>
        <p:nvSpPr>
          <p:cNvPr id="30" name="Picture Placeholder 29">
            <a:extLst>
              <a:ext uri="{FF2B5EF4-FFF2-40B4-BE49-F238E27FC236}">
                <a16:creationId xmlns:a16="http://schemas.microsoft.com/office/drawing/2014/main" id="{DF918527-798D-3B40-E0EA-38C0AEBA6D77}"/>
              </a:ext>
            </a:extLst>
          </p:cNvPr>
          <p:cNvSpPr>
            <a:spLocks noGrp="1"/>
          </p:cNvSpPr>
          <p:nvPr>
            <p:ph type="pic" sz="quarter" idx="22"/>
          </p:nvPr>
        </p:nvSpPr>
        <p:spPr>
          <a:xfrm>
            <a:off x="1648147" y="3018954"/>
            <a:ext cx="621792" cy="621792"/>
          </a:xfrm>
        </p:spPr>
        <p:txBody>
          <a:bodyPr anchor="ctr"/>
          <a:lstStyle>
            <a:lvl1pPr marL="0" indent="0" algn="ctr">
              <a:buNone/>
              <a:defRPr sz="1000">
                <a:solidFill>
                  <a:schemeClr val="tx1"/>
                </a:solidFill>
              </a:defRPr>
            </a:lvl1pPr>
          </a:lstStyle>
          <a:p>
            <a:r>
              <a:rPr lang="en-US"/>
              <a:t>Click icon to add picture</a:t>
            </a:r>
          </a:p>
        </p:txBody>
      </p:sp>
      <p:sp>
        <p:nvSpPr>
          <p:cNvPr id="31" name="Picture Placeholder 29">
            <a:extLst>
              <a:ext uri="{FF2B5EF4-FFF2-40B4-BE49-F238E27FC236}">
                <a16:creationId xmlns:a16="http://schemas.microsoft.com/office/drawing/2014/main" id="{B0D40292-F2DF-0641-6B78-370AC5C50094}"/>
              </a:ext>
            </a:extLst>
          </p:cNvPr>
          <p:cNvSpPr>
            <a:spLocks noGrp="1"/>
          </p:cNvSpPr>
          <p:nvPr>
            <p:ph type="pic" sz="quarter" idx="23"/>
          </p:nvPr>
        </p:nvSpPr>
        <p:spPr>
          <a:xfrm>
            <a:off x="3805117" y="3011109"/>
            <a:ext cx="621792" cy="621792"/>
          </a:xfrm>
        </p:spPr>
        <p:txBody>
          <a:bodyPr anchor="ctr"/>
          <a:lstStyle>
            <a:lvl1pPr marL="0" indent="0" algn="ctr">
              <a:buNone/>
              <a:defRPr sz="1000">
                <a:solidFill>
                  <a:schemeClr val="tx1"/>
                </a:solidFill>
              </a:defRPr>
            </a:lvl1pPr>
          </a:lstStyle>
          <a:p>
            <a:r>
              <a:rPr lang="en-US"/>
              <a:t>Click icon to add picture</a:t>
            </a:r>
          </a:p>
        </p:txBody>
      </p:sp>
      <p:sp>
        <p:nvSpPr>
          <p:cNvPr id="32" name="Picture Placeholder 29">
            <a:extLst>
              <a:ext uri="{FF2B5EF4-FFF2-40B4-BE49-F238E27FC236}">
                <a16:creationId xmlns:a16="http://schemas.microsoft.com/office/drawing/2014/main" id="{503DD6AB-C9B3-EBD7-080A-FB219B381225}"/>
              </a:ext>
            </a:extLst>
          </p:cNvPr>
          <p:cNvSpPr>
            <a:spLocks noGrp="1"/>
          </p:cNvSpPr>
          <p:nvPr>
            <p:ph type="pic" sz="quarter" idx="24"/>
          </p:nvPr>
        </p:nvSpPr>
        <p:spPr>
          <a:xfrm>
            <a:off x="5995989" y="3026158"/>
            <a:ext cx="621792" cy="621792"/>
          </a:xfrm>
        </p:spPr>
        <p:txBody>
          <a:bodyPr anchor="ctr"/>
          <a:lstStyle>
            <a:lvl1pPr marL="0" indent="0" algn="ctr">
              <a:buNone/>
              <a:defRPr sz="1000">
                <a:solidFill>
                  <a:schemeClr val="tx1"/>
                </a:solidFill>
              </a:defRPr>
            </a:lvl1pPr>
          </a:lstStyle>
          <a:p>
            <a:r>
              <a:rPr lang="en-US"/>
              <a:t>Click icon to add picture</a:t>
            </a:r>
          </a:p>
        </p:txBody>
      </p:sp>
      <p:sp>
        <p:nvSpPr>
          <p:cNvPr id="33" name="Picture Placeholder 29">
            <a:extLst>
              <a:ext uri="{FF2B5EF4-FFF2-40B4-BE49-F238E27FC236}">
                <a16:creationId xmlns:a16="http://schemas.microsoft.com/office/drawing/2014/main" id="{E61A9741-3B1C-111D-B260-CF7E7F223F82}"/>
              </a:ext>
            </a:extLst>
          </p:cNvPr>
          <p:cNvSpPr>
            <a:spLocks noGrp="1"/>
          </p:cNvSpPr>
          <p:nvPr>
            <p:ph type="pic" sz="quarter" idx="25"/>
          </p:nvPr>
        </p:nvSpPr>
        <p:spPr>
          <a:xfrm>
            <a:off x="8146207" y="3011109"/>
            <a:ext cx="621792" cy="621792"/>
          </a:xfrm>
        </p:spPr>
        <p:txBody>
          <a:bodyPr anchor="ctr"/>
          <a:lstStyle>
            <a:lvl1pPr marL="0" indent="0" algn="ctr">
              <a:buNone/>
              <a:defRPr sz="1000">
                <a:solidFill>
                  <a:schemeClr val="tx1"/>
                </a:solidFill>
              </a:defRPr>
            </a:lvl1pPr>
          </a:lstStyle>
          <a:p>
            <a:r>
              <a:rPr lang="en-US"/>
              <a:t>Click icon to add picture</a:t>
            </a:r>
          </a:p>
        </p:txBody>
      </p:sp>
      <p:sp>
        <p:nvSpPr>
          <p:cNvPr id="34" name="Picture Placeholder 29">
            <a:extLst>
              <a:ext uri="{FF2B5EF4-FFF2-40B4-BE49-F238E27FC236}">
                <a16:creationId xmlns:a16="http://schemas.microsoft.com/office/drawing/2014/main" id="{E49C1AE1-BC78-2CE3-D292-61496AC727DE}"/>
              </a:ext>
            </a:extLst>
          </p:cNvPr>
          <p:cNvSpPr>
            <a:spLocks noGrp="1"/>
          </p:cNvSpPr>
          <p:nvPr>
            <p:ph type="pic" sz="quarter" idx="26"/>
          </p:nvPr>
        </p:nvSpPr>
        <p:spPr>
          <a:xfrm>
            <a:off x="10347831" y="3017032"/>
            <a:ext cx="621792" cy="621792"/>
          </a:xfrm>
        </p:spPr>
        <p:txBody>
          <a:bodyPr anchor="ctr"/>
          <a:lstStyle>
            <a:lvl1pPr marL="0" indent="0" algn="ctr">
              <a:buNone/>
              <a:defRPr sz="1000">
                <a:solidFill>
                  <a:schemeClr val="tx1"/>
                </a:solidFill>
              </a:defRPr>
            </a:lvl1pPr>
          </a:lstStyle>
          <a:p>
            <a:r>
              <a:rPr lang="en-US"/>
              <a:t>Click icon to add picture</a:t>
            </a:r>
          </a:p>
        </p:txBody>
      </p:sp>
      <p:sp>
        <p:nvSpPr>
          <p:cNvPr id="29" name="Text Placeholder 11">
            <a:extLst>
              <a:ext uri="{FF2B5EF4-FFF2-40B4-BE49-F238E27FC236}">
                <a16:creationId xmlns:a16="http://schemas.microsoft.com/office/drawing/2014/main" id="{3B71C9DC-B9E5-6C34-B451-BA2224CCDDE0}"/>
              </a:ext>
            </a:extLst>
          </p:cNvPr>
          <p:cNvSpPr>
            <a:spLocks noGrp="1"/>
          </p:cNvSpPr>
          <p:nvPr>
            <p:ph type="body" sz="quarter" idx="28"/>
          </p:nvPr>
        </p:nvSpPr>
        <p:spPr>
          <a:xfrm>
            <a:off x="2350008" y="4279392"/>
            <a:ext cx="146304" cy="146304"/>
          </a:xfrm>
          <a:prstGeom prst="ellipse">
            <a:avLst/>
          </a:prstGeom>
          <a:solidFill>
            <a:schemeClr val="accent6"/>
          </a:solidFill>
        </p:spPr>
        <p:txBody>
          <a:bodyPr lIns="0" tIns="0" rIns="0" bIns="0" anchor="ctr"/>
          <a:lstStyle>
            <a:lvl1pPr marL="0" indent="0" algn="ctr">
              <a:lnSpc>
                <a:spcPct val="100000"/>
              </a:lnSpc>
              <a:spcBef>
                <a:spcPts val="0"/>
              </a:spcBef>
              <a:buFont typeface="Arial" panose="020B0604020202020204" pitchFamily="34" charset="0"/>
              <a:buNone/>
              <a:defRPr sz="200" b="0" spc="0" baseline="0">
                <a:noFill/>
                <a:latin typeface="+mj-lt"/>
              </a:defRPr>
            </a:lvl1pPr>
          </a:lstStyle>
          <a:p>
            <a:pPr lvl="0"/>
            <a:r>
              <a:rPr lang="en-US"/>
              <a:t>Click to edit Master text styles</a:t>
            </a:r>
          </a:p>
        </p:txBody>
      </p:sp>
      <p:sp>
        <p:nvSpPr>
          <p:cNvPr id="36" name="Text Placeholder 11">
            <a:extLst>
              <a:ext uri="{FF2B5EF4-FFF2-40B4-BE49-F238E27FC236}">
                <a16:creationId xmlns:a16="http://schemas.microsoft.com/office/drawing/2014/main" id="{0596D87F-0114-685D-7F97-873DBA557947}"/>
              </a:ext>
            </a:extLst>
          </p:cNvPr>
          <p:cNvSpPr>
            <a:spLocks noGrp="1"/>
          </p:cNvSpPr>
          <p:nvPr>
            <p:ph type="body" sz="quarter" idx="29"/>
          </p:nvPr>
        </p:nvSpPr>
        <p:spPr>
          <a:xfrm>
            <a:off x="4517136" y="4279392"/>
            <a:ext cx="146304" cy="146304"/>
          </a:xfrm>
          <a:prstGeom prst="ellipse">
            <a:avLst/>
          </a:prstGeom>
          <a:solidFill>
            <a:schemeClr val="accent5"/>
          </a:solidFill>
        </p:spPr>
        <p:txBody>
          <a:bodyPr lIns="0" tIns="0" rIns="0" bIns="0" anchor="ctr"/>
          <a:lstStyle>
            <a:lvl1pPr marL="0" indent="0" algn="ctr">
              <a:lnSpc>
                <a:spcPct val="100000"/>
              </a:lnSpc>
              <a:spcBef>
                <a:spcPts val="0"/>
              </a:spcBef>
              <a:buFont typeface="Arial" panose="020B0604020202020204" pitchFamily="34" charset="0"/>
              <a:buNone/>
              <a:defRPr sz="200" b="0" spc="0" baseline="0">
                <a:noFill/>
                <a:latin typeface="+mj-lt"/>
              </a:defRPr>
            </a:lvl1pPr>
          </a:lstStyle>
          <a:p>
            <a:pPr lvl="0"/>
            <a:r>
              <a:rPr lang="en-US"/>
              <a:t>Click to edit Master text styles</a:t>
            </a:r>
          </a:p>
        </p:txBody>
      </p:sp>
      <p:sp>
        <p:nvSpPr>
          <p:cNvPr id="37" name="Text Placeholder 11">
            <a:extLst>
              <a:ext uri="{FF2B5EF4-FFF2-40B4-BE49-F238E27FC236}">
                <a16:creationId xmlns:a16="http://schemas.microsoft.com/office/drawing/2014/main" id="{5D4E3F00-5755-F2EF-97C8-0FE775CAE04E}"/>
              </a:ext>
            </a:extLst>
          </p:cNvPr>
          <p:cNvSpPr>
            <a:spLocks noGrp="1"/>
          </p:cNvSpPr>
          <p:nvPr>
            <p:ph type="body" sz="quarter" idx="30"/>
          </p:nvPr>
        </p:nvSpPr>
        <p:spPr>
          <a:xfrm>
            <a:off x="6702552" y="4279392"/>
            <a:ext cx="146304" cy="146304"/>
          </a:xfrm>
          <a:prstGeom prst="ellipse">
            <a:avLst/>
          </a:prstGeom>
          <a:solidFill>
            <a:schemeClr val="accent4"/>
          </a:solidFill>
        </p:spPr>
        <p:txBody>
          <a:bodyPr lIns="0" tIns="0" rIns="0" bIns="0" anchor="ctr"/>
          <a:lstStyle>
            <a:lvl1pPr marL="0" indent="0" algn="ctr">
              <a:lnSpc>
                <a:spcPct val="100000"/>
              </a:lnSpc>
              <a:spcBef>
                <a:spcPts val="0"/>
              </a:spcBef>
              <a:buFont typeface="Arial" panose="020B0604020202020204" pitchFamily="34" charset="0"/>
              <a:buNone/>
              <a:defRPr sz="200" b="0" spc="0" baseline="0">
                <a:noFill/>
                <a:latin typeface="+mj-lt"/>
              </a:defRPr>
            </a:lvl1pPr>
          </a:lstStyle>
          <a:p>
            <a:pPr lvl="0"/>
            <a:r>
              <a:rPr lang="en-US"/>
              <a:t>Click to edit Master text styles</a:t>
            </a:r>
          </a:p>
        </p:txBody>
      </p:sp>
      <p:sp>
        <p:nvSpPr>
          <p:cNvPr id="38" name="Text Placeholder 11">
            <a:extLst>
              <a:ext uri="{FF2B5EF4-FFF2-40B4-BE49-F238E27FC236}">
                <a16:creationId xmlns:a16="http://schemas.microsoft.com/office/drawing/2014/main" id="{29543A01-39BF-D362-26F8-BD1E7D0D3C86}"/>
              </a:ext>
            </a:extLst>
          </p:cNvPr>
          <p:cNvSpPr>
            <a:spLocks noGrp="1"/>
          </p:cNvSpPr>
          <p:nvPr>
            <p:ph type="body" sz="quarter" idx="31"/>
          </p:nvPr>
        </p:nvSpPr>
        <p:spPr>
          <a:xfrm>
            <a:off x="8842248" y="4279392"/>
            <a:ext cx="146304" cy="146304"/>
          </a:xfrm>
          <a:prstGeom prst="ellipse">
            <a:avLst/>
          </a:prstGeom>
          <a:solidFill>
            <a:schemeClr val="accent2"/>
          </a:solidFill>
        </p:spPr>
        <p:txBody>
          <a:bodyPr lIns="0" tIns="0" rIns="0" bIns="0" anchor="ctr"/>
          <a:lstStyle>
            <a:lvl1pPr marL="0" indent="0" algn="ctr">
              <a:lnSpc>
                <a:spcPct val="100000"/>
              </a:lnSpc>
              <a:spcBef>
                <a:spcPts val="0"/>
              </a:spcBef>
              <a:buFont typeface="Arial" panose="020B0604020202020204" pitchFamily="34" charset="0"/>
              <a:buNone/>
              <a:defRPr sz="200" b="0" spc="0" baseline="0">
                <a:noFill/>
                <a:latin typeface="+mj-lt"/>
              </a:defRPr>
            </a:lvl1pPr>
          </a:lstStyle>
          <a:p>
            <a:pPr lvl="0"/>
            <a:r>
              <a:rPr lang="en-US"/>
              <a:t>Click to edit Master text styles</a:t>
            </a:r>
          </a:p>
        </p:txBody>
      </p:sp>
      <p:sp>
        <p:nvSpPr>
          <p:cNvPr id="39" name="Text Placeholder 11">
            <a:extLst>
              <a:ext uri="{FF2B5EF4-FFF2-40B4-BE49-F238E27FC236}">
                <a16:creationId xmlns:a16="http://schemas.microsoft.com/office/drawing/2014/main" id="{BB6B72CD-75B9-D90F-4767-2141AEF3B201}"/>
              </a:ext>
            </a:extLst>
          </p:cNvPr>
          <p:cNvSpPr>
            <a:spLocks noGrp="1"/>
          </p:cNvSpPr>
          <p:nvPr>
            <p:ph type="body" sz="quarter" idx="32"/>
          </p:nvPr>
        </p:nvSpPr>
        <p:spPr>
          <a:xfrm>
            <a:off x="11055096" y="4279392"/>
            <a:ext cx="146304" cy="146304"/>
          </a:xfrm>
          <a:prstGeom prst="ellipse">
            <a:avLst/>
          </a:prstGeom>
          <a:solidFill>
            <a:schemeClr val="accent1"/>
          </a:solidFill>
        </p:spPr>
        <p:txBody>
          <a:bodyPr lIns="0" tIns="0" rIns="0" bIns="0" anchor="ctr"/>
          <a:lstStyle>
            <a:lvl1pPr marL="0" indent="0" algn="ctr">
              <a:lnSpc>
                <a:spcPct val="100000"/>
              </a:lnSpc>
              <a:spcBef>
                <a:spcPts val="0"/>
              </a:spcBef>
              <a:buFont typeface="Arial" panose="020B0604020202020204" pitchFamily="34" charset="0"/>
              <a:buNone/>
              <a:defRPr sz="200" b="0" spc="0" baseline="0">
                <a:noFill/>
                <a:latin typeface="+mj-lt"/>
              </a:defRPr>
            </a:lvl1pPr>
          </a:lstStyle>
          <a:p>
            <a:pPr lvl="0"/>
            <a:r>
              <a:rPr lang="en-US"/>
              <a:t>Click to edit Master text styles</a:t>
            </a:r>
          </a:p>
        </p:txBody>
      </p:sp>
    </p:spTree>
    <p:extLst>
      <p:ext uri="{BB962C8B-B14F-4D97-AF65-F5344CB8AC3E}">
        <p14:creationId xmlns:p14="http://schemas.microsoft.com/office/powerpoint/2010/main" val="12908319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Freeform 10">
            <a:extLst>
              <a:ext uri="{FF2B5EF4-FFF2-40B4-BE49-F238E27FC236}">
                <a16:creationId xmlns:a16="http://schemas.microsoft.com/office/drawing/2014/main" id="{89A27E14-C943-C294-334B-4D6A7500F3B5}"/>
              </a:ext>
            </a:extLst>
          </p:cNvPr>
          <p:cNvSpPr/>
          <p:nvPr userDrawn="1"/>
        </p:nvSpPr>
        <p:spPr>
          <a:xfrm rot="5400000">
            <a:off x="7383937" y="2039848"/>
            <a:ext cx="6858000" cy="2778304"/>
          </a:xfrm>
          <a:custGeom>
            <a:avLst/>
            <a:gdLst>
              <a:gd name="connsiteX0" fmla="*/ 0 w 6858000"/>
              <a:gd name="connsiteY0" fmla="*/ 1050199 h 2778304"/>
              <a:gd name="connsiteX1" fmla="*/ 0 w 6858000"/>
              <a:gd name="connsiteY1" fmla="*/ 0 h 2778304"/>
              <a:gd name="connsiteX2" fmla="*/ 6858000 w 6858000"/>
              <a:gd name="connsiteY2" fmla="*/ 0 h 2778304"/>
              <a:gd name="connsiteX3" fmla="*/ 6858000 w 6858000"/>
              <a:gd name="connsiteY3" fmla="*/ 1193215 h 2778304"/>
              <a:gd name="connsiteX4" fmla="*/ 6790588 w 6858000"/>
              <a:gd name="connsiteY4" fmla="*/ 1211701 h 2778304"/>
              <a:gd name="connsiteX5" fmla="*/ 3050431 w 6858000"/>
              <a:gd name="connsiteY5" fmla="*/ 2778245 h 2778304"/>
              <a:gd name="connsiteX6" fmla="*/ 37813 w 6858000"/>
              <a:gd name="connsiteY6" fmla="*/ 1183549 h 2778304"/>
              <a:gd name="connsiteX7" fmla="*/ 0 w 6858000"/>
              <a:gd name="connsiteY7" fmla="*/ 1050199 h 2778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58000" h="2778304">
                <a:moveTo>
                  <a:pt x="0" y="1050199"/>
                </a:moveTo>
                <a:lnTo>
                  <a:pt x="0" y="0"/>
                </a:lnTo>
                <a:lnTo>
                  <a:pt x="6858000" y="0"/>
                </a:lnTo>
                <a:lnTo>
                  <a:pt x="6858000" y="1193215"/>
                </a:lnTo>
                <a:lnTo>
                  <a:pt x="6790588" y="1211701"/>
                </a:lnTo>
                <a:cubicBezTo>
                  <a:pt x="5439260" y="1649845"/>
                  <a:pt x="4603740" y="2770251"/>
                  <a:pt x="3050431" y="2778245"/>
                </a:cubicBezTo>
                <a:cubicBezTo>
                  <a:pt x="1377637" y="2786855"/>
                  <a:pt x="283199" y="1854180"/>
                  <a:pt x="37813" y="1183549"/>
                </a:cubicBezTo>
                <a:lnTo>
                  <a:pt x="0" y="1050199"/>
                </a:lnTo>
                <a:close/>
              </a:path>
            </a:pathLst>
          </a:custGeom>
          <a:gradFill flip="none" rotWithShape="1">
            <a:gsLst>
              <a:gs pos="26000">
                <a:schemeClr val="accent3">
                  <a:lumMod val="25000"/>
                </a:schemeClr>
              </a:gs>
              <a:gs pos="73000">
                <a:schemeClr val="accent1">
                  <a:alpha val="33146"/>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1" name="Freeform 11">
            <a:extLst>
              <a:ext uri="{FF2B5EF4-FFF2-40B4-BE49-F238E27FC236}">
                <a16:creationId xmlns:a16="http://schemas.microsoft.com/office/drawing/2014/main" id="{BE5C5BCA-F960-4024-7215-2D2EFD0FEBF3}"/>
              </a:ext>
            </a:extLst>
          </p:cNvPr>
          <p:cNvSpPr/>
          <p:nvPr userDrawn="1"/>
        </p:nvSpPr>
        <p:spPr>
          <a:xfrm rot="16200000" flipV="1">
            <a:off x="7907199" y="2573198"/>
            <a:ext cx="6858000" cy="1711602"/>
          </a:xfrm>
          <a:custGeom>
            <a:avLst/>
            <a:gdLst>
              <a:gd name="connsiteX0" fmla="*/ 6858000 w 6858000"/>
              <a:gd name="connsiteY0" fmla="*/ 1010661 h 1711602"/>
              <a:gd name="connsiteX1" fmla="*/ 6858000 w 6858000"/>
              <a:gd name="connsiteY1" fmla="*/ 0 h 1711602"/>
              <a:gd name="connsiteX2" fmla="*/ 0 w 6858000"/>
              <a:gd name="connsiteY2" fmla="*/ 0 h 1711602"/>
              <a:gd name="connsiteX3" fmla="*/ 0 w 6858000"/>
              <a:gd name="connsiteY3" fmla="*/ 983884 h 1711602"/>
              <a:gd name="connsiteX4" fmla="*/ 11078 w 6858000"/>
              <a:gd name="connsiteY4" fmla="*/ 997657 h 1711602"/>
              <a:gd name="connsiteX5" fmla="*/ 1866819 w 6858000"/>
              <a:gd name="connsiteY5" fmla="*/ 1711565 h 1711602"/>
              <a:gd name="connsiteX6" fmla="*/ 5098965 w 6858000"/>
              <a:gd name="connsiteY6" fmla="*/ 622006 h 1711602"/>
              <a:gd name="connsiteX7" fmla="*/ 6746500 w 6858000"/>
              <a:gd name="connsiteY7" fmla="*/ 959665 h 1711602"/>
              <a:gd name="connsiteX8" fmla="*/ 6858000 w 6858000"/>
              <a:gd name="connsiteY8" fmla="*/ 1010661 h 1711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8000" h="1711602">
                <a:moveTo>
                  <a:pt x="6858000" y="1010661"/>
                </a:moveTo>
                <a:lnTo>
                  <a:pt x="6858000" y="0"/>
                </a:lnTo>
                <a:lnTo>
                  <a:pt x="0" y="0"/>
                </a:lnTo>
                <a:lnTo>
                  <a:pt x="0" y="983884"/>
                </a:lnTo>
                <a:lnTo>
                  <a:pt x="11078" y="997657"/>
                </a:lnTo>
                <a:cubicBezTo>
                  <a:pt x="328616" y="1355920"/>
                  <a:pt x="976833" y="1715803"/>
                  <a:pt x="1866819" y="1711565"/>
                </a:cubicBezTo>
                <a:cubicBezTo>
                  <a:pt x="3161344" y="1705400"/>
                  <a:pt x="3719617" y="643352"/>
                  <a:pt x="5098965" y="622006"/>
                </a:cubicBezTo>
                <a:cubicBezTo>
                  <a:pt x="5788640" y="611332"/>
                  <a:pt x="6326795" y="775968"/>
                  <a:pt x="6746500" y="959665"/>
                </a:cubicBezTo>
                <a:lnTo>
                  <a:pt x="6858000" y="1010661"/>
                </a:lnTo>
                <a:close/>
              </a:path>
            </a:pathLst>
          </a:custGeom>
          <a:gradFill>
            <a:gsLst>
              <a:gs pos="79000">
                <a:schemeClr val="accent4">
                  <a:lumMod val="75000"/>
                  <a:alpha val="79763"/>
                </a:schemeClr>
              </a:gs>
              <a:gs pos="37000">
                <a:schemeClr val="accent3">
                  <a:lumMod val="25000"/>
                  <a:alpha val="27934"/>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2" name="Freeform 13">
            <a:extLst>
              <a:ext uri="{FF2B5EF4-FFF2-40B4-BE49-F238E27FC236}">
                <a16:creationId xmlns:a16="http://schemas.microsoft.com/office/drawing/2014/main" id="{6F62D03F-D065-13FE-5D30-58C2523BD14D}"/>
              </a:ext>
            </a:extLst>
          </p:cNvPr>
          <p:cNvSpPr/>
          <p:nvPr userDrawn="1"/>
        </p:nvSpPr>
        <p:spPr>
          <a:xfrm rot="5400000">
            <a:off x="7877130" y="2543131"/>
            <a:ext cx="6858001" cy="1771739"/>
          </a:xfrm>
          <a:custGeom>
            <a:avLst/>
            <a:gdLst>
              <a:gd name="connsiteX0" fmla="*/ 0 w 6858001"/>
              <a:gd name="connsiteY0" fmla="*/ 1273784 h 1771739"/>
              <a:gd name="connsiteX1" fmla="*/ 0 w 6858001"/>
              <a:gd name="connsiteY1" fmla="*/ 0 h 1771739"/>
              <a:gd name="connsiteX2" fmla="*/ 6858001 w 6858001"/>
              <a:gd name="connsiteY2" fmla="*/ 0 h 1771739"/>
              <a:gd name="connsiteX3" fmla="*/ 6858001 w 6858001"/>
              <a:gd name="connsiteY3" fmla="*/ 34923 h 1771739"/>
              <a:gd name="connsiteX4" fmla="*/ 6735259 w 6858001"/>
              <a:gd name="connsiteY4" fmla="*/ 32862 h 1771739"/>
              <a:gd name="connsiteX5" fmla="*/ 1961998 w 6858001"/>
              <a:gd name="connsiteY5" fmla="*/ 1771680 h 1771739"/>
              <a:gd name="connsiteX6" fmla="*/ 151257 w 6858001"/>
              <a:gd name="connsiteY6" fmla="*/ 1358806 h 1771739"/>
              <a:gd name="connsiteX7" fmla="*/ 0 w 6858001"/>
              <a:gd name="connsiteY7" fmla="*/ 1273784 h 17717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58001" h="1771739">
                <a:moveTo>
                  <a:pt x="0" y="1273784"/>
                </a:moveTo>
                <a:lnTo>
                  <a:pt x="0" y="0"/>
                </a:lnTo>
                <a:lnTo>
                  <a:pt x="6858001" y="0"/>
                </a:lnTo>
                <a:lnTo>
                  <a:pt x="6858001" y="34923"/>
                </a:lnTo>
                <a:lnTo>
                  <a:pt x="6735259" y="32862"/>
                </a:lnTo>
                <a:cubicBezTo>
                  <a:pt x="4698226" y="66929"/>
                  <a:pt x="3873763" y="1761840"/>
                  <a:pt x="1961998" y="1771680"/>
                </a:cubicBezTo>
                <a:cubicBezTo>
                  <a:pt x="1245087" y="1775370"/>
                  <a:pt x="634403" y="1606171"/>
                  <a:pt x="151257" y="1358806"/>
                </a:cubicBezTo>
                <a:lnTo>
                  <a:pt x="0" y="1273784"/>
                </a:lnTo>
                <a:close/>
              </a:path>
            </a:pathLst>
          </a:custGeom>
          <a:gradFill>
            <a:gsLst>
              <a:gs pos="32000">
                <a:schemeClr val="tx2">
                  <a:alpha val="48229"/>
                </a:schemeClr>
              </a:gs>
              <a:gs pos="100000">
                <a:schemeClr val="accent6">
                  <a:alpha val="4858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A0D1FF5-7EF8-4250-A259-43050ABBD3B6}"/>
              </a:ext>
            </a:extLst>
          </p:cNvPr>
          <p:cNvSpPr>
            <a:spLocks noGrp="1"/>
          </p:cNvSpPr>
          <p:nvPr>
            <p:ph type="title"/>
          </p:nvPr>
        </p:nvSpPr>
        <p:spPr>
          <a:xfrm>
            <a:off x="1545336" y="822960"/>
            <a:ext cx="8878824" cy="1069848"/>
          </a:xfrm>
        </p:spPr>
        <p:txBody>
          <a:bodyPr anchor="b"/>
          <a:lstStyle>
            <a:lvl1pPr algn="l">
              <a:defRPr/>
            </a:lvl1pPr>
          </a:lstStyle>
          <a:p>
            <a:r>
              <a:rPr lang="en-US"/>
              <a:t>Click to edit Master title style</a:t>
            </a:r>
          </a:p>
        </p:txBody>
      </p:sp>
      <p:sp>
        <p:nvSpPr>
          <p:cNvPr id="3" name="Text Placeholder 2">
            <a:extLst>
              <a:ext uri="{FF2B5EF4-FFF2-40B4-BE49-F238E27FC236}">
                <a16:creationId xmlns:a16="http://schemas.microsoft.com/office/drawing/2014/main" id="{673DC3A9-D4E6-42CF-91A8-F267C7C66CCB}"/>
              </a:ext>
            </a:extLst>
          </p:cNvPr>
          <p:cNvSpPr>
            <a:spLocks noGrp="1"/>
          </p:cNvSpPr>
          <p:nvPr>
            <p:ph type="body" idx="1"/>
          </p:nvPr>
        </p:nvSpPr>
        <p:spPr>
          <a:xfrm>
            <a:off x="1536192" y="2185416"/>
            <a:ext cx="3621024" cy="493776"/>
          </a:xfrm>
        </p:spPr>
        <p:txBody>
          <a:bodyPr anchor="t"/>
          <a:lstStyle>
            <a:lvl1pPr marL="0" indent="0">
              <a:buNone/>
              <a:defRPr sz="24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752CCA9-53A3-4DA5-AD45-C2A2C12A3A6A}"/>
              </a:ext>
            </a:extLst>
          </p:cNvPr>
          <p:cNvSpPr>
            <a:spLocks noGrp="1"/>
          </p:cNvSpPr>
          <p:nvPr>
            <p:ph sz="half" idx="2"/>
          </p:nvPr>
        </p:nvSpPr>
        <p:spPr>
          <a:xfrm>
            <a:off x="1536192" y="2743200"/>
            <a:ext cx="3621024" cy="2578608"/>
          </a:xfrm>
        </p:spPr>
        <p:txBody>
          <a:bodyPr/>
          <a:lstStyle>
            <a:lvl1pPr marL="228600" indent="-228600">
              <a:defRPr sz="1800"/>
            </a:lvl1pPr>
            <a:lvl2pPr indent="-228600">
              <a:defRPr sz="1600"/>
            </a:lvl2pPr>
            <a:lvl3pPr indent="-228600">
              <a:defRPr sz="1400"/>
            </a:lvl3pPr>
            <a:lvl4pPr indent="-228600">
              <a:defRPr sz="1200"/>
            </a:lvl4pPr>
            <a:lvl5pPr indent="-228600">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100C9C6-BD61-4D2C-9146-FB785BAE4FF3}"/>
              </a:ext>
            </a:extLst>
          </p:cNvPr>
          <p:cNvSpPr>
            <a:spLocks noGrp="1"/>
          </p:cNvSpPr>
          <p:nvPr>
            <p:ph type="body" sz="quarter" idx="3"/>
          </p:nvPr>
        </p:nvSpPr>
        <p:spPr>
          <a:xfrm>
            <a:off x="5541264" y="2185416"/>
            <a:ext cx="3621024" cy="493776"/>
          </a:xfrm>
        </p:spPr>
        <p:txBody>
          <a:bodyPr anchor="t"/>
          <a:lstStyle>
            <a:lvl1pPr marL="0" indent="0">
              <a:buNone/>
              <a:defRPr sz="24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E342EE-68BB-484D-98C3-48A7847549D4}"/>
              </a:ext>
            </a:extLst>
          </p:cNvPr>
          <p:cNvSpPr>
            <a:spLocks noGrp="1"/>
          </p:cNvSpPr>
          <p:nvPr>
            <p:ph sz="quarter" idx="4"/>
          </p:nvPr>
        </p:nvSpPr>
        <p:spPr>
          <a:xfrm>
            <a:off x="5541264" y="2743200"/>
            <a:ext cx="3621024" cy="2578608"/>
          </a:xfrm>
        </p:spPr>
        <p:txBody>
          <a:bodyPr/>
          <a:lstStyle>
            <a:lvl1pPr marL="228600" indent="-228600">
              <a:defRPr sz="1800"/>
            </a:lvl1pPr>
            <a:lvl2pPr indent="-228600">
              <a:defRPr sz="1600"/>
            </a:lvl2pPr>
            <a:lvl3pPr indent="-228600">
              <a:defRPr sz="1400"/>
            </a:lvl3pPr>
            <a:lvl4pPr indent="-228600">
              <a:defRPr sz="1200"/>
            </a:lvl4pPr>
            <a:lvl5pPr indent="-228600">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3A51CCCC-1589-401D-AE98-FC28716301EF}"/>
              </a:ext>
            </a:extLst>
          </p:cNvPr>
          <p:cNvSpPr>
            <a:spLocks noGrp="1"/>
          </p:cNvSpPr>
          <p:nvPr>
            <p:ph type="ftr" sz="quarter" idx="11"/>
          </p:nvPr>
        </p:nvSpPr>
        <p:spPr/>
        <p:txBody>
          <a:bodyPr/>
          <a:lstStyle/>
          <a:p>
            <a:r>
              <a:rPr lang="en-US"/>
              <a:t>Crypto: investing &amp; trading</a:t>
            </a:r>
          </a:p>
        </p:txBody>
      </p:sp>
      <p:sp>
        <p:nvSpPr>
          <p:cNvPr id="9" name="Slide Number Placeholder 8">
            <a:extLst>
              <a:ext uri="{FF2B5EF4-FFF2-40B4-BE49-F238E27FC236}">
                <a16:creationId xmlns:a16="http://schemas.microsoft.com/office/drawing/2014/main" id="{285D9D7D-8D9A-473E-AF0D-EF1940D793C3}"/>
              </a:ext>
            </a:extLst>
          </p:cNvPr>
          <p:cNvSpPr>
            <a:spLocks noGrp="1"/>
          </p:cNvSpPr>
          <p:nvPr>
            <p:ph type="sldNum" sz="quarter" idx="12"/>
          </p:nvPr>
        </p:nvSpPr>
        <p:spPr/>
        <p:txBody>
          <a:bodyPr/>
          <a:lstStyle/>
          <a:p>
            <a:fld id="{294A09A9-5501-47C1-A89A-A340965A2BE2}" type="slidenum">
              <a:rPr lang="en-US" smtClean="0"/>
              <a:t>‹#›</a:t>
            </a:fld>
            <a:endParaRPr lang="en-US"/>
          </a:p>
        </p:txBody>
      </p:sp>
    </p:spTree>
    <p:extLst>
      <p:ext uri="{BB962C8B-B14F-4D97-AF65-F5344CB8AC3E}">
        <p14:creationId xmlns:p14="http://schemas.microsoft.com/office/powerpoint/2010/main" val="40624600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TxTwoObj" preserve="1">
  <p:cSld name="Three Column">
    <p:spTree>
      <p:nvGrpSpPr>
        <p:cNvPr id="1" name=""/>
        <p:cNvGrpSpPr/>
        <p:nvPr/>
      </p:nvGrpSpPr>
      <p:grpSpPr>
        <a:xfrm>
          <a:off x="0" y="0"/>
          <a:ext cx="0" cy="0"/>
          <a:chOff x="0" y="0"/>
          <a:chExt cx="0" cy="0"/>
        </a:xfrm>
      </p:grpSpPr>
      <p:sp>
        <p:nvSpPr>
          <p:cNvPr id="20" name="Freeform: Shape 19">
            <a:extLst>
              <a:ext uri="{FF2B5EF4-FFF2-40B4-BE49-F238E27FC236}">
                <a16:creationId xmlns:a16="http://schemas.microsoft.com/office/drawing/2014/main" id="{C4226C42-B02E-1D4B-77B4-BF0257C6041E}"/>
              </a:ext>
            </a:extLst>
          </p:cNvPr>
          <p:cNvSpPr/>
          <p:nvPr userDrawn="1"/>
        </p:nvSpPr>
        <p:spPr>
          <a:xfrm>
            <a:off x="19485" y="0"/>
            <a:ext cx="6721146" cy="6858000"/>
          </a:xfrm>
          <a:custGeom>
            <a:avLst/>
            <a:gdLst>
              <a:gd name="connsiteX0" fmla="*/ 0 w 6721146"/>
              <a:gd name="connsiteY0" fmla="*/ 0 h 6858000"/>
              <a:gd name="connsiteX1" fmla="*/ 399503 w 6721146"/>
              <a:gd name="connsiteY1" fmla="*/ 0 h 6858000"/>
              <a:gd name="connsiteX2" fmla="*/ 395119 w 6721146"/>
              <a:gd name="connsiteY2" fmla="*/ 19864 h 6858000"/>
              <a:gd name="connsiteX3" fmla="*/ 244176 w 6721146"/>
              <a:gd name="connsiteY3" fmla="*/ 529296 h 6858000"/>
              <a:gd name="connsiteX4" fmla="*/ 993095 w 6721146"/>
              <a:gd name="connsiteY4" fmla="*/ 5197987 h 6858000"/>
              <a:gd name="connsiteX5" fmla="*/ 4989455 w 6721146"/>
              <a:gd name="connsiteY5" fmla="*/ 6468602 h 6858000"/>
              <a:gd name="connsiteX6" fmla="*/ 6648701 w 6721146"/>
              <a:gd name="connsiteY6" fmla="*/ 6787937 h 6858000"/>
              <a:gd name="connsiteX7" fmla="*/ 6721146 w 6721146"/>
              <a:gd name="connsiteY7" fmla="*/ 6858000 h 6858000"/>
              <a:gd name="connsiteX8" fmla="*/ 0 w 6721146"/>
              <a:gd name="connsiteY8"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21146" h="6858000">
                <a:moveTo>
                  <a:pt x="0" y="0"/>
                </a:moveTo>
                <a:lnTo>
                  <a:pt x="399503" y="0"/>
                </a:lnTo>
                <a:lnTo>
                  <a:pt x="395119" y="19864"/>
                </a:lnTo>
                <a:cubicBezTo>
                  <a:pt x="355531" y="180505"/>
                  <a:pt x="305509" y="350292"/>
                  <a:pt x="244176" y="529296"/>
                </a:cubicBezTo>
                <a:cubicBezTo>
                  <a:pt x="-223599" y="2697668"/>
                  <a:pt x="276778" y="4254046"/>
                  <a:pt x="993095" y="5197987"/>
                </a:cubicBezTo>
                <a:cubicBezTo>
                  <a:pt x="1709415" y="6141924"/>
                  <a:pt x="3704883" y="6653220"/>
                  <a:pt x="4989455" y="6468602"/>
                </a:cubicBezTo>
                <a:cubicBezTo>
                  <a:pt x="5774573" y="6353740"/>
                  <a:pt x="6315041" y="6502080"/>
                  <a:pt x="6648701" y="6787937"/>
                </a:cubicBezTo>
                <a:lnTo>
                  <a:pt x="6721146" y="6858000"/>
                </a:lnTo>
                <a:lnTo>
                  <a:pt x="0" y="6858000"/>
                </a:lnTo>
                <a:close/>
              </a:path>
            </a:pathLst>
          </a:custGeom>
          <a:gradFill flip="none" rotWithShape="1">
            <a:gsLst>
              <a:gs pos="73000">
                <a:schemeClr val="accent3">
                  <a:lumMod val="25000"/>
                </a:schemeClr>
              </a:gs>
              <a:gs pos="0">
                <a:schemeClr val="accent1">
                  <a:alpha val="29640"/>
                </a:schemeClr>
              </a:gs>
            </a:gsLst>
            <a:path path="circle">
              <a:fillToRect l="100000" t="100000"/>
            </a:path>
            <a:tileRect r="-100000" b="-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solidFill>
                <a:schemeClr val="tx1"/>
              </a:solidFill>
            </a:endParaRPr>
          </a:p>
        </p:txBody>
      </p:sp>
      <p:sp>
        <p:nvSpPr>
          <p:cNvPr id="18" name="Freeform: Shape 17">
            <a:extLst>
              <a:ext uri="{FF2B5EF4-FFF2-40B4-BE49-F238E27FC236}">
                <a16:creationId xmlns:a16="http://schemas.microsoft.com/office/drawing/2014/main" id="{260C6EA0-9137-97A8-7C78-0FCD8675F1B0}"/>
              </a:ext>
            </a:extLst>
          </p:cNvPr>
          <p:cNvSpPr/>
          <p:nvPr userDrawn="1"/>
        </p:nvSpPr>
        <p:spPr>
          <a:xfrm>
            <a:off x="8497" y="7662"/>
            <a:ext cx="4591137" cy="3588767"/>
          </a:xfrm>
          <a:custGeom>
            <a:avLst/>
            <a:gdLst>
              <a:gd name="connsiteX0" fmla="*/ 0 w 4591137"/>
              <a:gd name="connsiteY0" fmla="*/ 0 h 3588767"/>
              <a:gd name="connsiteX1" fmla="*/ 4591137 w 4591137"/>
              <a:gd name="connsiteY1" fmla="*/ 0 h 3588767"/>
              <a:gd name="connsiteX2" fmla="*/ 4458037 w 4591137"/>
              <a:gd name="connsiteY2" fmla="*/ 139038 h 3588767"/>
              <a:gd name="connsiteX3" fmla="*/ 3406398 w 4591137"/>
              <a:gd name="connsiteY3" fmla="*/ 1512312 h 3588767"/>
              <a:gd name="connsiteX4" fmla="*/ 202105 w 4591137"/>
              <a:gd name="connsiteY4" fmla="*/ 3554432 h 3588767"/>
              <a:gd name="connsiteX5" fmla="*/ 0 w 4591137"/>
              <a:gd name="connsiteY5" fmla="*/ 3506319 h 35887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591137" h="3588767">
                <a:moveTo>
                  <a:pt x="0" y="0"/>
                </a:moveTo>
                <a:lnTo>
                  <a:pt x="4591137" y="0"/>
                </a:lnTo>
                <a:lnTo>
                  <a:pt x="4458037" y="139038"/>
                </a:lnTo>
                <a:cubicBezTo>
                  <a:pt x="4038035" y="589101"/>
                  <a:pt x="3677988" y="1055885"/>
                  <a:pt x="3406398" y="1512312"/>
                </a:cubicBezTo>
                <a:cubicBezTo>
                  <a:pt x="2398561" y="3215836"/>
                  <a:pt x="1221089" y="3736280"/>
                  <a:pt x="202105" y="3554432"/>
                </a:cubicBezTo>
                <a:lnTo>
                  <a:pt x="0" y="3506319"/>
                </a:lnTo>
                <a:close/>
              </a:path>
            </a:pathLst>
          </a:custGeom>
          <a:gradFill flip="none" rotWithShape="1">
            <a:gsLst>
              <a:gs pos="0">
                <a:schemeClr val="accent3">
                  <a:lumMod val="25000"/>
                  <a:alpha val="55687"/>
                </a:schemeClr>
              </a:gs>
              <a:gs pos="99000">
                <a:schemeClr val="accent1">
                  <a:lumMod val="60000"/>
                  <a:lumOff val="40000"/>
                  <a:alpha val="20003"/>
                </a:schemeClr>
              </a:gs>
            </a:gsLst>
            <a:lin ang="1890000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solidFill>
                <a:schemeClr val="tx1"/>
              </a:solidFill>
            </a:endParaRPr>
          </a:p>
        </p:txBody>
      </p:sp>
      <p:sp>
        <p:nvSpPr>
          <p:cNvPr id="14" name="Freeform 24">
            <a:extLst>
              <a:ext uri="{FF2B5EF4-FFF2-40B4-BE49-F238E27FC236}">
                <a16:creationId xmlns:a16="http://schemas.microsoft.com/office/drawing/2014/main" id="{2698A246-2716-9361-4EDE-2498058A4C3A}"/>
              </a:ext>
            </a:extLst>
          </p:cNvPr>
          <p:cNvSpPr/>
          <p:nvPr userDrawn="1"/>
        </p:nvSpPr>
        <p:spPr>
          <a:xfrm>
            <a:off x="0" y="0"/>
            <a:ext cx="1893320" cy="2085274"/>
          </a:xfrm>
          <a:custGeom>
            <a:avLst/>
            <a:gdLst>
              <a:gd name="connsiteX0" fmla="*/ 0 w 1893320"/>
              <a:gd name="connsiteY0" fmla="*/ 0 h 2085274"/>
              <a:gd name="connsiteX1" fmla="*/ 1893320 w 1893320"/>
              <a:gd name="connsiteY1" fmla="*/ 0 h 2085274"/>
              <a:gd name="connsiteX2" fmla="*/ 1836420 w 1893320"/>
              <a:gd name="connsiteY2" fmla="*/ 89992 h 2085274"/>
              <a:gd name="connsiteX3" fmla="*/ 1471130 w 1893320"/>
              <a:gd name="connsiteY3" fmla="*/ 883842 h 2085274"/>
              <a:gd name="connsiteX4" fmla="*/ 90049 w 1893320"/>
              <a:gd name="connsiteY4" fmla="*/ 2071651 h 2085274"/>
              <a:gd name="connsiteX5" fmla="*/ 0 w 1893320"/>
              <a:gd name="connsiteY5" fmla="*/ 2052168 h 2085274"/>
              <a:gd name="connsiteX6" fmla="*/ 0 w 1893320"/>
              <a:gd name="connsiteY6" fmla="*/ 0 h 20852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93320" h="2085274">
                <a:moveTo>
                  <a:pt x="0" y="0"/>
                </a:moveTo>
                <a:lnTo>
                  <a:pt x="1893320" y="0"/>
                </a:lnTo>
                <a:lnTo>
                  <a:pt x="1836420" y="89992"/>
                </a:lnTo>
                <a:cubicBezTo>
                  <a:pt x="1676137" y="357859"/>
                  <a:pt x="1549717" y="629674"/>
                  <a:pt x="1471130" y="883842"/>
                </a:cubicBezTo>
                <a:cubicBezTo>
                  <a:pt x="1174602" y="1851540"/>
                  <a:pt x="614067" y="2156914"/>
                  <a:pt x="90049" y="2071651"/>
                </a:cubicBezTo>
                <a:lnTo>
                  <a:pt x="0" y="2052168"/>
                </a:lnTo>
                <a:lnTo>
                  <a:pt x="0" y="0"/>
                </a:lnTo>
                <a:close/>
              </a:path>
            </a:pathLst>
          </a:custGeom>
          <a:solidFill>
            <a:schemeClr val="accent5">
              <a:lumMod val="50000"/>
              <a:alpha val="10742"/>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3" name="Freeform: Shape 22">
            <a:extLst>
              <a:ext uri="{FF2B5EF4-FFF2-40B4-BE49-F238E27FC236}">
                <a16:creationId xmlns:a16="http://schemas.microsoft.com/office/drawing/2014/main" id="{F9A7DD52-C2B0-2B91-92C0-905899BB578D}"/>
              </a:ext>
            </a:extLst>
          </p:cNvPr>
          <p:cNvSpPr/>
          <p:nvPr userDrawn="1"/>
        </p:nvSpPr>
        <p:spPr>
          <a:xfrm>
            <a:off x="2" y="5262792"/>
            <a:ext cx="2809260" cy="1595208"/>
          </a:xfrm>
          <a:custGeom>
            <a:avLst/>
            <a:gdLst>
              <a:gd name="connsiteX0" fmla="*/ 0 w 2809260"/>
              <a:gd name="connsiteY0" fmla="*/ 0 h 1595208"/>
              <a:gd name="connsiteX1" fmla="*/ 101140 w 2809260"/>
              <a:gd name="connsiteY1" fmla="*/ 117015 h 1595208"/>
              <a:gd name="connsiteX2" fmla="*/ 2208849 w 2809260"/>
              <a:gd name="connsiteY2" fmla="*/ 1381471 h 1595208"/>
              <a:gd name="connsiteX3" fmla="*/ 2746965 w 2809260"/>
              <a:gd name="connsiteY3" fmla="*/ 1562268 h 1595208"/>
              <a:gd name="connsiteX4" fmla="*/ 2809260 w 2809260"/>
              <a:gd name="connsiteY4" fmla="*/ 1595208 h 1595208"/>
              <a:gd name="connsiteX5" fmla="*/ 0 w 2809260"/>
              <a:gd name="connsiteY5" fmla="*/ 1595207 h 15952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809260" h="1595208">
                <a:moveTo>
                  <a:pt x="0" y="0"/>
                </a:moveTo>
                <a:lnTo>
                  <a:pt x="101140" y="117015"/>
                </a:lnTo>
                <a:cubicBezTo>
                  <a:pt x="653434" y="714877"/>
                  <a:pt x="1509442" y="1220329"/>
                  <a:pt x="2208849" y="1381471"/>
                </a:cubicBezTo>
                <a:cubicBezTo>
                  <a:pt x="2416303" y="1428716"/>
                  <a:pt x="2594874" y="1490011"/>
                  <a:pt x="2746965" y="1562268"/>
                </a:cubicBezTo>
                <a:lnTo>
                  <a:pt x="2809260" y="1595208"/>
                </a:lnTo>
                <a:lnTo>
                  <a:pt x="0" y="1595207"/>
                </a:lnTo>
                <a:close/>
              </a:path>
            </a:pathLst>
          </a:custGeom>
          <a:gradFill flip="none" rotWithShape="1">
            <a:gsLst>
              <a:gs pos="98000">
                <a:schemeClr val="accent5">
                  <a:lumMod val="50000"/>
                  <a:alpha val="67000"/>
                </a:schemeClr>
              </a:gs>
              <a:gs pos="0">
                <a:schemeClr val="accent6">
                  <a:alpha val="45000"/>
                </a:schemeClr>
              </a:gs>
            </a:gsLst>
            <a:path path="circle">
              <a:fillToRect l="100000" t="100000"/>
            </a:path>
            <a:tileRect r="-100000" b="-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solidFill>
                <a:schemeClr val="tx1"/>
              </a:solidFill>
            </a:endParaRPr>
          </a:p>
        </p:txBody>
      </p:sp>
      <p:sp>
        <p:nvSpPr>
          <p:cNvPr id="16" name="Freeform 29">
            <a:extLst>
              <a:ext uri="{FF2B5EF4-FFF2-40B4-BE49-F238E27FC236}">
                <a16:creationId xmlns:a16="http://schemas.microsoft.com/office/drawing/2014/main" id="{73541AB3-4000-4259-4112-06DA0F0728A5}"/>
              </a:ext>
            </a:extLst>
          </p:cNvPr>
          <p:cNvSpPr/>
          <p:nvPr userDrawn="1"/>
        </p:nvSpPr>
        <p:spPr>
          <a:xfrm>
            <a:off x="10193397" y="2730129"/>
            <a:ext cx="1979119" cy="4127871"/>
          </a:xfrm>
          <a:custGeom>
            <a:avLst/>
            <a:gdLst>
              <a:gd name="connsiteX0" fmla="*/ 1979119 w 1979119"/>
              <a:gd name="connsiteY0" fmla="*/ 0 h 4127871"/>
              <a:gd name="connsiteX1" fmla="*/ 1979119 w 1979119"/>
              <a:gd name="connsiteY1" fmla="*/ 4127871 h 4127871"/>
              <a:gd name="connsiteX2" fmla="*/ 0 w 1979119"/>
              <a:gd name="connsiteY2" fmla="*/ 4127871 h 4127871"/>
              <a:gd name="connsiteX3" fmla="*/ 113381 w 1979119"/>
              <a:gd name="connsiteY3" fmla="*/ 3939685 h 4127871"/>
              <a:gd name="connsiteX4" fmla="*/ 893390 w 1979119"/>
              <a:gd name="connsiteY4" fmla="*/ 1926136 h 4127871"/>
              <a:gd name="connsiteX5" fmla="*/ 1827429 w 1979119"/>
              <a:gd name="connsiteY5" fmla="*/ 103152 h 4127871"/>
              <a:gd name="connsiteX6" fmla="*/ 1979119 w 1979119"/>
              <a:gd name="connsiteY6" fmla="*/ 0 h 41278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979119" h="4127871">
                <a:moveTo>
                  <a:pt x="1979119" y="0"/>
                </a:moveTo>
                <a:lnTo>
                  <a:pt x="1979119" y="4127871"/>
                </a:lnTo>
                <a:lnTo>
                  <a:pt x="0" y="4127871"/>
                </a:lnTo>
                <a:lnTo>
                  <a:pt x="113381" y="3939685"/>
                </a:lnTo>
                <a:cubicBezTo>
                  <a:pt x="496433" y="3268400"/>
                  <a:pt x="776925" y="2555572"/>
                  <a:pt x="893390" y="1926136"/>
                </a:cubicBezTo>
                <a:cubicBezTo>
                  <a:pt x="1059875" y="1013485"/>
                  <a:pt x="1404160" y="429246"/>
                  <a:pt x="1827429" y="103152"/>
                </a:cubicBezTo>
                <a:lnTo>
                  <a:pt x="1979119" y="0"/>
                </a:lnTo>
                <a:close/>
              </a:path>
            </a:pathLst>
          </a:custGeom>
          <a:gradFill>
            <a:gsLst>
              <a:gs pos="83000">
                <a:schemeClr val="accent5">
                  <a:lumMod val="58000"/>
                  <a:alpha val="35019"/>
                </a:schemeClr>
              </a:gs>
              <a:gs pos="0">
                <a:schemeClr val="accent6">
                  <a:lumMod val="89923"/>
                  <a:lumOff val="10077"/>
                  <a:alpha val="35554"/>
                </a:schemeClr>
              </a:gs>
            </a:gsLst>
            <a:path path="circle">
              <a:fillToRect t="100000" r="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A0D1FF5-7EF8-4250-A259-43050ABBD3B6}"/>
              </a:ext>
            </a:extLst>
          </p:cNvPr>
          <p:cNvSpPr>
            <a:spLocks noGrp="1"/>
          </p:cNvSpPr>
          <p:nvPr>
            <p:ph type="title"/>
          </p:nvPr>
        </p:nvSpPr>
        <p:spPr>
          <a:xfrm>
            <a:off x="1545336" y="822960"/>
            <a:ext cx="8878824" cy="1069848"/>
          </a:xfrm>
        </p:spPr>
        <p:txBody>
          <a:bodyPr anchor="b"/>
          <a:lstStyle>
            <a:lvl1pPr algn="l">
              <a:defRPr/>
            </a:lvl1pPr>
          </a:lstStyle>
          <a:p>
            <a:r>
              <a:rPr lang="en-US"/>
              <a:t>Click to edit Master title style</a:t>
            </a:r>
          </a:p>
        </p:txBody>
      </p:sp>
      <p:sp>
        <p:nvSpPr>
          <p:cNvPr id="3" name="Text Placeholder 2">
            <a:extLst>
              <a:ext uri="{FF2B5EF4-FFF2-40B4-BE49-F238E27FC236}">
                <a16:creationId xmlns:a16="http://schemas.microsoft.com/office/drawing/2014/main" id="{673DC3A9-D4E6-42CF-91A8-F267C7C66CCB}"/>
              </a:ext>
            </a:extLst>
          </p:cNvPr>
          <p:cNvSpPr>
            <a:spLocks noGrp="1"/>
          </p:cNvSpPr>
          <p:nvPr>
            <p:ph type="body" idx="1"/>
          </p:nvPr>
        </p:nvSpPr>
        <p:spPr>
          <a:xfrm>
            <a:off x="1536192" y="2185416"/>
            <a:ext cx="2953512" cy="493776"/>
          </a:xfrm>
        </p:spPr>
        <p:txBody>
          <a:bodyPr anchor="t"/>
          <a:lstStyle>
            <a:lvl1pPr marL="0" indent="0">
              <a:buNone/>
              <a:defRPr sz="24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752CCA9-53A3-4DA5-AD45-C2A2C12A3A6A}"/>
              </a:ext>
            </a:extLst>
          </p:cNvPr>
          <p:cNvSpPr>
            <a:spLocks noGrp="1"/>
          </p:cNvSpPr>
          <p:nvPr>
            <p:ph sz="half" idx="2"/>
          </p:nvPr>
        </p:nvSpPr>
        <p:spPr>
          <a:xfrm>
            <a:off x="1536192" y="2743200"/>
            <a:ext cx="2953512" cy="2578608"/>
          </a:xfrm>
        </p:spPr>
        <p:txBody>
          <a:bodyPr/>
          <a:lstStyle>
            <a:lvl1pPr marL="228600" indent="-228600">
              <a:defRPr sz="1800"/>
            </a:lvl1pPr>
            <a:lvl2pPr indent="-228600">
              <a:defRPr sz="1600"/>
            </a:lvl2pPr>
            <a:lvl3pPr indent="-228600">
              <a:defRPr sz="1400"/>
            </a:lvl3pPr>
            <a:lvl4pPr indent="-228600">
              <a:defRPr sz="1200"/>
            </a:lvl4pPr>
            <a:lvl5pPr indent="-228600">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100C9C6-BD61-4D2C-9146-FB785BAE4FF3}"/>
              </a:ext>
            </a:extLst>
          </p:cNvPr>
          <p:cNvSpPr>
            <a:spLocks noGrp="1"/>
          </p:cNvSpPr>
          <p:nvPr>
            <p:ph type="body" sz="quarter" idx="3"/>
          </p:nvPr>
        </p:nvSpPr>
        <p:spPr>
          <a:xfrm>
            <a:off x="4754880" y="2185416"/>
            <a:ext cx="2953512" cy="493776"/>
          </a:xfrm>
        </p:spPr>
        <p:txBody>
          <a:bodyPr anchor="t"/>
          <a:lstStyle>
            <a:lvl1pPr marL="0" indent="0">
              <a:buNone/>
              <a:defRPr sz="24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E342EE-68BB-484D-98C3-48A7847549D4}"/>
              </a:ext>
            </a:extLst>
          </p:cNvPr>
          <p:cNvSpPr>
            <a:spLocks noGrp="1"/>
          </p:cNvSpPr>
          <p:nvPr>
            <p:ph sz="quarter" idx="4"/>
          </p:nvPr>
        </p:nvSpPr>
        <p:spPr>
          <a:xfrm>
            <a:off x="4754880" y="2743200"/>
            <a:ext cx="2953512" cy="2578608"/>
          </a:xfrm>
        </p:spPr>
        <p:txBody>
          <a:bodyPr/>
          <a:lstStyle>
            <a:lvl1pPr marL="228600" indent="-228600">
              <a:defRPr sz="1800"/>
            </a:lvl1pPr>
            <a:lvl2pPr indent="-228600">
              <a:defRPr sz="1600"/>
            </a:lvl2pPr>
            <a:lvl3pPr indent="-228600">
              <a:defRPr sz="1400"/>
            </a:lvl3pPr>
            <a:lvl4pPr indent="-228600">
              <a:defRPr sz="1200"/>
            </a:lvl4pPr>
            <a:lvl5pPr indent="-228600">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Slide Number Placeholder 8">
            <a:extLst>
              <a:ext uri="{FF2B5EF4-FFF2-40B4-BE49-F238E27FC236}">
                <a16:creationId xmlns:a16="http://schemas.microsoft.com/office/drawing/2014/main" id="{285D9D7D-8D9A-473E-AF0D-EF1940D793C3}"/>
              </a:ext>
            </a:extLst>
          </p:cNvPr>
          <p:cNvSpPr>
            <a:spLocks noGrp="1"/>
          </p:cNvSpPr>
          <p:nvPr>
            <p:ph type="sldNum" sz="quarter" idx="12"/>
          </p:nvPr>
        </p:nvSpPr>
        <p:spPr/>
        <p:txBody>
          <a:bodyPr/>
          <a:lstStyle/>
          <a:p>
            <a:fld id="{294A09A9-5501-47C1-A89A-A340965A2BE2}" type="slidenum">
              <a:rPr lang="en-US" smtClean="0"/>
              <a:t>‹#›</a:t>
            </a:fld>
            <a:endParaRPr lang="en-US"/>
          </a:p>
        </p:txBody>
      </p:sp>
      <p:sp>
        <p:nvSpPr>
          <p:cNvPr id="8" name="Footer Placeholder 7">
            <a:extLst>
              <a:ext uri="{FF2B5EF4-FFF2-40B4-BE49-F238E27FC236}">
                <a16:creationId xmlns:a16="http://schemas.microsoft.com/office/drawing/2014/main" id="{3A51CCCC-1589-401D-AE98-FC28716301EF}"/>
              </a:ext>
            </a:extLst>
          </p:cNvPr>
          <p:cNvSpPr>
            <a:spLocks noGrp="1"/>
          </p:cNvSpPr>
          <p:nvPr>
            <p:ph type="ftr" sz="quarter" idx="11"/>
          </p:nvPr>
        </p:nvSpPr>
        <p:spPr/>
        <p:txBody>
          <a:bodyPr/>
          <a:lstStyle/>
          <a:p>
            <a:r>
              <a:rPr lang="en-US"/>
              <a:t>Crypto: investing &amp; trading</a:t>
            </a:r>
          </a:p>
        </p:txBody>
      </p:sp>
      <p:cxnSp>
        <p:nvCxnSpPr>
          <p:cNvPr id="21" name="Straight Connector 20">
            <a:extLst>
              <a:ext uri="{FF2B5EF4-FFF2-40B4-BE49-F238E27FC236}">
                <a16:creationId xmlns:a16="http://schemas.microsoft.com/office/drawing/2014/main" id="{DC963910-7C6F-7474-84FF-C53D235027B8}"/>
              </a:ext>
            </a:extLst>
          </p:cNvPr>
          <p:cNvCxnSpPr>
            <a:cxnSpLocks/>
          </p:cNvCxnSpPr>
          <p:nvPr userDrawn="1"/>
        </p:nvCxnSpPr>
        <p:spPr>
          <a:xfrm>
            <a:off x="594170" y="846661"/>
            <a:ext cx="0" cy="5111012"/>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24" name="Text Placeholder 4">
            <a:extLst>
              <a:ext uri="{FF2B5EF4-FFF2-40B4-BE49-F238E27FC236}">
                <a16:creationId xmlns:a16="http://schemas.microsoft.com/office/drawing/2014/main" id="{43CEC7BC-C46D-D3AD-22D8-8737322B7E20}"/>
              </a:ext>
            </a:extLst>
          </p:cNvPr>
          <p:cNvSpPr>
            <a:spLocks noGrp="1"/>
          </p:cNvSpPr>
          <p:nvPr>
            <p:ph type="body" sz="quarter" idx="13"/>
          </p:nvPr>
        </p:nvSpPr>
        <p:spPr>
          <a:xfrm>
            <a:off x="7973568" y="2185416"/>
            <a:ext cx="2953512" cy="493776"/>
          </a:xfrm>
        </p:spPr>
        <p:txBody>
          <a:bodyPr anchor="t"/>
          <a:lstStyle>
            <a:lvl1pPr marL="0" indent="0">
              <a:buNone/>
              <a:defRPr sz="24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5" name="Content Placeholder 5">
            <a:extLst>
              <a:ext uri="{FF2B5EF4-FFF2-40B4-BE49-F238E27FC236}">
                <a16:creationId xmlns:a16="http://schemas.microsoft.com/office/drawing/2014/main" id="{658FA801-D400-D7FB-6241-4A41BBAAA0D1}"/>
              </a:ext>
            </a:extLst>
          </p:cNvPr>
          <p:cNvSpPr>
            <a:spLocks noGrp="1"/>
          </p:cNvSpPr>
          <p:nvPr>
            <p:ph sz="quarter" idx="14"/>
          </p:nvPr>
        </p:nvSpPr>
        <p:spPr>
          <a:xfrm>
            <a:off x="7973568" y="2743200"/>
            <a:ext cx="2953512" cy="2578608"/>
          </a:xfrm>
        </p:spPr>
        <p:txBody>
          <a:bodyPr/>
          <a:lstStyle>
            <a:lvl1pPr marL="228600" indent="-228600">
              <a:defRPr sz="1800"/>
            </a:lvl1pPr>
            <a:lvl2pPr indent="-228600">
              <a:defRPr sz="1600"/>
            </a:lvl2pPr>
            <a:lvl3pPr indent="-228600">
              <a:defRPr sz="1400"/>
            </a:lvl3pPr>
            <a:lvl4pPr indent="-228600">
              <a:defRPr sz="1200"/>
            </a:lvl4pPr>
            <a:lvl5pPr indent="-228600">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033942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am x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515CD9-7B09-FB25-0368-96365B9DD51C}"/>
              </a:ext>
            </a:extLst>
          </p:cNvPr>
          <p:cNvSpPr>
            <a:spLocks noGrp="1"/>
          </p:cNvSpPr>
          <p:nvPr>
            <p:ph type="title"/>
          </p:nvPr>
        </p:nvSpPr>
        <p:spPr>
          <a:xfrm>
            <a:off x="1656588" y="832104"/>
            <a:ext cx="8878824" cy="1069848"/>
          </a:xfrm>
        </p:spPr>
        <p:txBody>
          <a:bodyPr anchor="b"/>
          <a:lstStyle>
            <a:lvl1pPr algn="ctr">
              <a:defRPr/>
            </a:lvl1pPr>
          </a:lstStyle>
          <a:p>
            <a:r>
              <a:rPr lang="en-US"/>
              <a:t>Click to edit Master title style</a:t>
            </a:r>
          </a:p>
        </p:txBody>
      </p:sp>
      <p:sp>
        <p:nvSpPr>
          <p:cNvPr id="3" name="Footer Placeholder 2">
            <a:extLst>
              <a:ext uri="{FF2B5EF4-FFF2-40B4-BE49-F238E27FC236}">
                <a16:creationId xmlns:a16="http://schemas.microsoft.com/office/drawing/2014/main" id="{6DC6BE5A-F1AC-214F-638D-C6C21E51BFB2}"/>
              </a:ext>
            </a:extLst>
          </p:cNvPr>
          <p:cNvSpPr>
            <a:spLocks noGrp="1"/>
          </p:cNvSpPr>
          <p:nvPr>
            <p:ph type="ftr" sz="quarter" idx="10"/>
          </p:nvPr>
        </p:nvSpPr>
        <p:spPr/>
        <p:txBody>
          <a:bodyPr/>
          <a:lstStyle/>
          <a:p>
            <a:r>
              <a:rPr lang="en-US"/>
              <a:t>Crypto: investing &amp; trading</a:t>
            </a:r>
          </a:p>
        </p:txBody>
      </p:sp>
      <p:sp>
        <p:nvSpPr>
          <p:cNvPr id="4" name="Slide Number Placeholder 3">
            <a:extLst>
              <a:ext uri="{FF2B5EF4-FFF2-40B4-BE49-F238E27FC236}">
                <a16:creationId xmlns:a16="http://schemas.microsoft.com/office/drawing/2014/main" id="{0AB127D4-BE09-1C43-0562-195F20C8A05C}"/>
              </a:ext>
            </a:extLst>
          </p:cNvPr>
          <p:cNvSpPr>
            <a:spLocks noGrp="1"/>
          </p:cNvSpPr>
          <p:nvPr>
            <p:ph type="sldNum" sz="quarter" idx="11"/>
          </p:nvPr>
        </p:nvSpPr>
        <p:spPr/>
        <p:txBody>
          <a:bodyPr/>
          <a:lstStyle/>
          <a:p>
            <a:fld id="{294A09A9-5501-47C1-A89A-A340965A2BE2}" type="slidenum">
              <a:rPr lang="en-US" smtClean="0"/>
              <a:pPr/>
              <a:t>‹#›</a:t>
            </a:fld>
            <a:endParaRPr lang="en-US"/>
          </a:p>
        </p:txBody>
      </p:sp>
      <p:sp>
        <p:nvSpPr>
          <p:cNvPr id="5" name="Oval 4">
            <a:extLst>
              <a:ext uri="{FF2B5EF4-FFF2-40B4-BE49-F238E27FC236}">
                <a16:creationId xmlns:a16="http://schemas.microsoft.com/office/drawing/2014/main" id="{31740CAD-6CDA-9014-8875-BCECEECE0522}"/>
              </a:ext>
            </a:extLst>
          </p:cNvPr>
          <p:cNvSpPr/>
          <p:nvPr userDrawn="1"/>
        </p:nvSpPr>
        <p:spPr>
          <a:xfrm flipH="1">
            <a:off x="3791017" y="2349814"/>
            <a:ext cx="2058045" cy="2058045"/>
          </a:xfrm>
          <a:prstGeom prst="ellipse">
            <a:avLst/>
          </a:prstGeom>
          <a:gradFill flip="none" rotWithShape="1">
            <a:gsLst>
              <a:gs pos="18000">
                <a:schemeClr val="accent3"/>
              </a:gs>
              <a:gs pos="52000">
                <a:schemeClr val="accent5">
                  <a:alpha val="69515"/>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6E536D1-EF07-9062-CA32-986876ED933F}"/>
              </a:ext>
            </a:extLst>
          </p:cNvPr>
          <p:cNvSpPr/>
          <p:nvPr userDrawn="1"/>
        </p:nvSpPr>
        <p:spPr>
          <a:xfrm flipH="1">
            <a:off x="8929767" y="2349814"/>
            <a:ext cx="2058045" cy="2058045"/>
          </a:xfrm>
          <a:prstGeom prst="ellipse">
            <a:avLst/>
          </a:prstGeom>
          <a:gradFill flip="none" rotWithShape="1">
            <a:gsLst>
              <a:gs pos="18000">
                <a:schemeClr val="accent3"/>
              </a:gs>
              <a:gs pos="52000">
                <a:schemeClr val="accent5">
                  <a:alpha val="69515"/>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5D09D35C-DD66-8B6A-98FE-003262BBE72D}"/>
              </a:ext>
            </a:extLst>
          </p:cNvPr>
          <p:cNvSpPr/>
          <p:nvPr userDrawn="1"/>
        </p:nvSpPr>
        <p:spPr>
          <a:xfrm flipH="1">
            <a:off x="6342947" y="2349814"/>
            <a:ext cx="2058045" cy="2058045"/>
          </a:xfrm>
          <a:prstGeom prst="ellipse">
            <a:avLst/>
          </a:prstGeom>
          <a:gradFill flip="none" rotWithShape="1">
            <a:gsLst>
              <a:gs pos="0">
                <a:schemeClr val="accent1"/>
              </a:gs>
              <a:gs pos="77000">
                <a:schemeClr val="accent6">
                  <a:alpha val="69284"/>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F0E263D2-96A8-9EB3-2175-1DB2FD5CB609}"/>
              </a:ext>
            </a:extLst>
          </p:cNvPr>
          <p:cNvSpPr/>
          <p:nvPr userDrawn="1"/>
        </p:nvSpPr>
        <p:spPr>
          <a:xfrm flipH="1">
            <a:off x="1247942" y="2349814"/>
            <a:ext cx="2058045" cy="2058045"/>
          </a:xfrm>
          <a:prstGeom prst="ellipse">
            <a:avLst/>
          </a:prstGeom>
          <a:gradFill>
            <a:gsLst>
              <a:gs pos="0">
                <a:schemeClr val="accent1"/>
              </a:gs>
              <a:gs pos="77000">
                <a:schemeClr val="accent6">
                  <a:alpha val="69284"/>
                </a:schemeClr>
              </a:gs>
            </a:gsLst>
            <a:path path="circle">
              <a:fillToRect t="100000" r="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 Placeholder 11">
            <a:extLst>
              <a:ext uri="{FF2B5EF4-FFF2-40B4-BE49-F238E27FC236}">
                <a16:creationId xmlns:a16="http://schemas.microsoft.com/office/drawing/2014/main" id="{8B3517CD-F786-4206-2455-E4C3BD987425}"/>
              </a:ext>
            </a:extLst>
          </p:cNvPr>
          <p:cNvSpPr>
            <a:spLocks noGrp="1"/>
          </p:cNvSpPr>
          <p:nvPr>
            <p:ph type="body" sz="quarter" idx="12"/>
          </p:nvPr>
        </p:nvSpPr>
        <p:spPr>
          <a:xfrm>
            <a:off x="1042524" y="4508648"/>
            <a:ext cx="2468880" cy="365760"/>
          </a:xfrm>
        </p:spPr>
        <p:txBody>
          <a:bodyPr lIns="0" tIns="0" rIns="0" bIns="0" anchor="t"/>
          <a:lstStyle>
            <a:lvl1pPr marL="0" indent="0" algn="ctr">
              <a:lnSpc>
                <a:spcPct val="100000"/>
              </a:lnSpc>
              <a:spcBef>
                <a:spcPts val="0"/>
              </a:spcBef>
              <a:buNone/>
              <a:defRPr sz="2000" b="1" spc="0" baseline="0">
                <a:latin typeface="+mj-lt"/>
              </a:defRPr>
            </a:lvl1pPr>
          </a:lstStyle>
          <a:p>
            <a:pPr lvl="0"/>
            <a:r>
              <a:rPr lang="en-US"/>
              <a:t>Click to edit Master text styles</a:t>
            </a:r>
          </a:p>
        </p:txBody>
      </p:sp>
      <p:sp>
        <p:nvSpPr>
          <p:cNvPr id="13" name="Text Placeholder 11">
            <a:extLst>
              <a:ext uri="{FF2B5EF4-FFF2-40B4-BE49-F238E27FC236}">
                <a16:creationId xmlns:a16="http://schemas.microsoft.com/office/drawing/2014/main" id="{9978C389-1D90-6CEB-1D34-D69BF78983F7}"/>
              </a:ext>
            </a:extLst>
          </p:cNvPr>
          <p:cNvSpPr>
            <a:spLocks noGrp="1"/>
          </p:cNvSpPr>
          <p:nvPr>
            <p:ph type="body" sz="quarter" idx="13"/>
          </p:nvPr>
        </p:nvSpPr>
        <p:spPr>
          <a:xfrm>
            <a:off x="1042524" y="4879877"/>
            <a:ext cx="2468880" cy="274638"/>
          </a:xfrm>
        </p:spPr>
        <p:txBody>
          <a:bodyPr anchor="t"/>
          <a:lstStyle>
            <a:lvl1pPr marL="0" indent="0" algn="ctr">
              <a:lnSpc>
                <a:spcPct val="100000"/>
              </a:lnSpc>
              <a:spcBef>
                <a:spcPts val="0"/>
              </a:spcBef>
              <a:buNone/>
              <a:defRPr sz="1600" spc="0" baseline="0"/>
            </a:lvl1pPr>
          </a:lstStyle>
          <a:p>
            <a:pPr lvl="0"/>
            <a:r>
              <a:rPr lang="en-US"/>
              <a:t>Click to edit Master text styles</a:t>
            </a:r>
          </a:p>
        </p:txBody>
      </p:sp>
      <p:sp>
        <p:nvSpPr>
          <p:cNvPr id="14" name="Text Placeholder 11">
            <a:extLst>
              <a:ext uri="{FF2B5EF4-FFF2-40B4-BE49-F238E27FC236}">
                <a16:creationId xmlns:a16="http://schemas.microsoft.com/office/drawing/2014/main" id="{12B5D758-2B43-B448-79C9-1F09317F866C}"/>
              </a:ext>
            </a:extLst>
          </p:cNvPr>
          <p:cNvSpPr>
            <a:spLocks noGrp="1"/>
          </p:cNvSpPr>
          <p:nvPr>
            <p:ph type="body" sz="quarter" idx="14"/>
          </p:nvPr>
        </p:nvSpPr>
        <p:spPr>
          <a:xfrm>
            <a:off x="3627120" y="4508648"/>
            <a:ext cx="2468880" cy="365760"/>
          </a:xfrm>
        </p:spPr>
        <p:txBody>
          <a:bodyPr lIns="0" tIns="0" rIns="0" bIns="0" anchor="t"/>
          <a:lstStyle>
            <a:lvl1pPr marL="0" indent="0" algn="ctr">
              <a:lnSpc>
                <a:spcPct val="100000"/>
              </a:lnSpc>
              <a:spcBef>
                <a:spcPts val="0"/>
              </a:spcBef>
              <a:buNone/>
              <a:defRPr sz="2000" b="1" spc="0" baseline="0">
                <a:latin typeface="+mj-lt"/>
              </a:defRPr>
            </a:lvl1pPr>
          </a:lstStyle>
          <a:p>
            <a:pPr lvl="0"/>
            <a:r>
              <a:rPr lang="en-US"/>
              <a:t>Click to edit Master text styles</a:t>
            </a:r>
          </a:p>
        </p:txBody>
      </p:sp>
      <p:sp>
        <p:nvSpPr>
          <p:cNvPr id="15" name="Text Placeholder 11">
            <a:extLst>
              <a:ext uri="{FF2B5EF4-FFF2-40B4-BE49-F238E27FC236}">
                <a16:creationId xmlns:a16="http://schemas.microsoft.com/office/drawing/2014/main" id="{65404FC1-F068-1D2B-A3D6-59F44099DD2D}"/>
              </a:ext>
            </a:extLst>
          </p:cNvPr>
          <p:cNvSpPr>
            <a:spLocks noGrp="1"/>
          </p:cNvSpPr>
          <p:nvPr>
            <p:ph type="body" sz="quarter" idx="15"/>
          </p:nvPr>
        </p:nvSpPr>
        <p:spPr>
          <a:xfrm>
            <a:off x="3627120" y="4879877"/>
            <a:ext cx="2468880" cy="274638"/>
          </a:xfrm>
        </p:spPr>
        <p:txBody>
          <a:bodyPr anchor="t"/>
          <a:lstStyle>
            <a:lvl1pPr marL="0" indent="0" algn="ctr">
              <a:lnSpc>
                <a:spcPct val="100000"/>
              </a:lnSpc>
              <a:spcBef>
                <a:spcPts val="0"/>
              </a:spcBef>
              <a:buNone/>
              <a:defRPr sz="1600" spc="0" baseline="0"/>
            </a:lvl1pPr>
          </a:lstStyle>
          <a:p>
            <a:pPr lvl="0"/>
            <a:r>
              <a:rPr lang="en-US"/>
              <a:t>Click to edit Master text styles</a:t>
            </a:r>
          </a:p>
        </p:txBody>
      </p:sp>
      <p:sp>
        <p:nvSpPr>
          <p:cNvPr id="16" name="Text Placeholder 11">
            <a:extLst>
              <a:ext uri="{FF2B5EF4-FFF2-40B4-BE49-F238E27FC236}">
                <a16:creationId xmlns:a16="http://schemas.microsoft.com/office/drawing/2014/main" id="{5F0B1C4A-F0AC-3974-6F79-9CCF799976B3}"/>
              </a:ext>
            </a:extLst>
          </p:cNvPr>
          <p:cNvSpPr>
            <a:spLocks noGrp="1"/>
          </p:cNvSpPr>
          <p:nvPr>
            <p:ph type="body" sz="quarter" idx="16"/>
          </p:nvPr>
        </p:nvSpPr>
        <p:spPr>
          <a:xfrm>
            <a:off x="6096000" y="4508648"/>
            <a:ext cx="2468880" cy="365760"/>
          </a:xfrm>
        </p:spPr>
        <p:txBody>
          <a:bodyPr lIns="0" tIns="0" rIns="0" bIns="0" anchor="t"/>
          <a:lstStyle>
            <a:lvl1pPr marL="0" indent="0" algn="ctr">
              <a:lnSpc>
                <a:spcPct val="100000"/>
              </a:lnSpc>
              <a:spcBef>
                <a:spcPts val="0"/>
              </a:spcBef>
              <a:buNone/>
              <a:defRPr sz="2000" b="1" spc="0" baseline="0">
                <a:latin typeface="+mj-lt"/>
              </a:defRPr>
            </a:lvl1pPr>
          </a:lstStyle>
          <a:p>
            <a:pPr lvl="0"/>
            <a:r>
              <a:rPr lang="en-US"/>
              <a:t>Click to edit Master text styles</a:t>
            </a:r>
          </a:p>
        </p:txBody>
      </p:sp>
      <p:sp>
        <p:nvSpPr>
          <p:cNvPr id="17" name="Text Placeholder 11">
            <a:extLst>
              <a:ext uri="{FF2B5EF4-FFF2-40B4-BE49-F238E27FC236}">
                <a16:creationId xmlns:a16="http://schemas.microsoft.com/office/drawing/2014/main" id="{5C12C91B-3BBC-019A-22DF-DF71A287D58E}"/>
              </a:ext>
            </a:extLst>
          </p:cNvPr>
          <p:cNvSpPr>
            <a:spLocks noGrp="1"/>
          </p:cNvSpPr>
          <p:nvPr>
            <p:ph type="body" sz="quarter" idx="17"/>
          </p:nvPr>
        </p:nvSpPr>
        <p:spPr>
          <a:xfrm>
            <a:off x="6096000" y="4879877"/>
            <a:ext cx="2468880" cy="274638"/>
          </a:xfrm>
        </p:spPr>
        <p:txBody>
          <a:bodyPr anchor="t"/>
          <a:lstStyle>
            <a:lvl1pPr marL="0" indent="0" algn="ctr">
              <a:lnSpc>
                <a:spcPct val="100000"/>
              </a:lnSpc>
              <a:spcBef>
                <a:spcPts val="0"/>
              </a:spcBef>
              <a:buNone/>
              <a:defRPr sz="1600" spc="0" baseline="0"/>
            </a:lvl1pPr>
          </a:lstStyle>
          <a:p>
            <a:pPr lvl="0"/>
            <a:r>
              <a:rPr lang="en-US"/>
              <a:t>Click to edit Master text styles</a:t>
            </a:r>
          </a:p>
        </p:txBody>
      </p:sp>
      <p:sp>
        <p:nvSpPr>
          <p:cNvPr id="18" name="Text Placeholder 11">
            <a:extLst>
              <a:ext uri="{FF2B5EF4-FFF2-40B4-BE49-F238E27FC236}">
                <a16:creationId xmlns:a16="http://schemas.microsoft.com/office/drawing/2014/main" id="{BB3FD4C7-50B9-E37D-A077-B15D8C6DB9A4}"/>
              </a:ext>
            </a:extLst>
          </p:cNvPr>
          <p:cNvSpPr>
            <a:spLocks noGrp="1"/>
          </p:cNvSpPr>
          <p:nvPr>
            <p:ph type="body" sz="quarter" idx="18"/>
          </p:nvPr>
        </p:nvSpPr>
        <p:spPr>
          <a:xfrm>
            <a:off x="8724349" y="4508648"/>
            <a:ext cx="2468880" cy="365760"/>
          </a:xfrm>
        </p:spPr>
        <p:txBody>
          <a:bodyPr lIns="0" tIns="0" rIns="0" bIns="0" anchor="t"/>
          <a:lstStyle>
            <a:lvl1pPr marL="0" indent="0" algn="ctr">
              <a:lnSpc>
                <a:spcPct val="100000"/>
              </a:lnSpc>
              <a:spcBef>
                <a:spcPts val="0"/>
              </a:spcBef>
              <a:buNone/>
              <a:defRPr sz="2000" b="1" spc="0" baseline="0">
                <a:latin typeface="+mj-lt"/>
              </a:defRPr>
            </a:lvl1pPr>
          </a:lstStyle>
          <a:p>
            <a:pPr lvl="0"/>
            <a:r>
              <a:rPr lang="en-US"/>
              <a:t>Click to edit Master text styles</a:t>
            </a:r>
          </a:p>
        </p:txBody>
      </p:sp>
      <p:sp>
        <p:nvSpPr>
          <p:cNvPr id="19" name="Text Placeholder 11">
            <a:extLst>
              <a:ext uri="{FF2B5EF4-FFF2-40B4-BE49-F238E27FC236}">
                <a16:creationId xmlns:a16="http://schemas.microsoft.com/office/drawing/2014/main" id="{486092F0-1D91-8C7F-EEFE-A7D79FF89C19}"/>
              </a:ext>
            </a:extLst>
          </p:cNvPr>
          <p:cNvSpPr>
            <a:spLocks noGrp="1"/>
          </p:cNvSpPr>
          <p:nvPr>
            <p:ph type="body" sz="quarter" idx="19"/>
          </p:nvPr>
        </p:nvSpPr>
        <p:spPr>
          <a:xfrm>
            <a:off x="8724349" y="4879877"/>
            <a:ext cx="2468880" cy="274638"/>
          </a:xfrm>
        </p:spPr>
        <p:txBody>
          <a:bodyPr anchor="t"/>
          <a:lstStyle>
            <a:lvl1pPr marL="0" indent="0" algn="ctr">
              <a:lnSpc>
                <a:spcPct val="100000"/>
              </a:lnSpc>
              <a:spcBef>
                <a:spcPts val="0"/>
              </a:spcBef>
              <a:buNone/>
              <a:defRPr sz="1600" spc="0" baseline="0"/>
            </a:lvl1pPr>
          </a:lstStyle>
          <a:p>
            <a:pPr lvl="0"/>
            <a:r>
              <a:rPr lang="en-US"/>
              <a:t>Click to edit Master text styles</a:t>
            </a:r>
          </a:p>
        </p:txBody>
      </p:sp>
      <p:sp>
        <p:nvSpPr>
          <p:cNvPr id="21" name="Picture Placeholder 20">
            <a:extLst>
              <a:ext uri="{FF2B5EF4-FFF2-40B4-BE49-F238E27FC236}">
                <a16:creationId xmlns:a16="http://schemas.microsoft.com/office/drawing/2014/main" id="{8D38BBA9-DB40-81D9-4D13-4351576F9FD3}"/>
              </a:ext>
            </a:extLst>
          </p:cNvPr>
          <p:cNvSpPr>
            <a:spLocks noGrp="1"/>
          </p:cNvSpPr>
          <p:nvPr>
            <p:ph type="pic" sz="quarter" idx="20"/>
          </p:nvPr>
        </p:nvSpPr>
        <p:spPr>
          <a:xfrm>
            <a:off x="1399285" y="2505584"/>
            <a:ext cx="1746504" cy="1746504"/>
          </a:xfrm>
          <a:prstGeom prst="ellipse">
            <a:avLst/>
          </a:prstGeom>
        </p:spPr>
        <p:txBody>
          <a:bodyPr anchor="ctr"/>
          <a:lstStyle>
            <a:lvl1pPr marL="0" indent="0" algn="ctr">
              <a:buNone/>
              <a:defRPr sz="1100"/>
            </a:lvl1pPr>
          </a:lstStyle>
          <a:p>
            <a:r>
              <a:rPr lang="en-US"/>
              <a:t>Click icon to add picture</a:t>
            </a:r>
          </a:p>
        </p:txBody>
      </p:sp>
      <p:sp>
        <p:nvSpPr>
          <p:cNvPr id="22" name="Picture Placeholder 20">
            <a:extLst>
              <a:ext uri="{FF2B5EF4-FFF2-40B4-BE49-F238E27FC236}">
                <a16:creationId xmlns:a16="http://schemas.microsoft.com/office/drawing/2014/main" id="{D4E44748-5631-A2C7-ADA1-FB2707923EE2}"/>
              </a:ext>
            </a:extLst>
          </p:cNvPr>
          <p:cNvSpPr>
            <a:spLocks noGrp="1"/>
          </p:cNvSpPr>
          <p:nvPr>
            <p:ph type="pic" sz="quarter" idx="21"/>
          </p:nvPr>
        </p:nvSpPr>
        <p:spPr>
          <a:xfrm>
            <a:off x="3946787" y="2505584"/>
            <a:ext cx="1746504" cy="1746504"/>
          </a:xfrm>
          <a:prstGeom prst="ellipse">
            <a:avLst/>
          </a:prstGeom>
        </p:spPr>
        <p:txBody>
          <a:bodyPr anchor="ctr"/>
          <a:lstStyle>
            <a:lvl1pPr marL="0" indent="0" algn="ctr">
              <a:buNone/>
              <a:defRPr sz="1100"/>
            </a:lvl1pPr>
          </a:lstStyle>
          <a:p>
            <a:r>
              <a:rPr lang="en-US"/>
              <a:t>Click icon to add picture</a:t>
            </a:r>
          </a:p>
        </p:txBody>
      </p:sp>
      <p:sp>
        <p:nvSpPr>
          <p:cNvPr id="23" name="Picture Placeholder 20">
            <a:extLst>
              <a:ext uri="{FF2B5EF4-FFF2-40B4-BE49-F238E27FC236}">
                <a16:creationId xmlns:a16="http://schemas.microsoft.com/office/drawing/2014/main" id="{8A56F66F-909F-8F64-B021-9820EB3F6B67}"/>
              </a:ext>
            </a:extLst>
          </p:cNvPr>
          <p:cNvSpPr>
            <a:spLocks noGrp="1"/>
          </p:cNvSpPr>
          <p:nvPr>
            <p:ph type="pic" sz="quarter" idx="22"/>
          </p:nvPr>
        </p:nvSpPr>
        <p:spPr>
          <a:xfrm>
            <a:off x="6498717" y="2505584"/>
            <a:ext cx="1746504" cy="1746504"/>
          </a:xfrm>
          <a:prstGeom prst="ellipse">
            <a:avLst/>
          </a:prstGeom>
        </p:spPr>
        <p:txBody>
          <a:bodyPr anchor="ctr"/>
          <a:lstStyle>
            <a:lvl1pPr marL="0" indent="0" algn="ctr">
              <a:buNone/>
              <a:defRPr sz="1100"/>
            </a:lvl1pPr>
          </a:lstStyle>
          <a:p>
            <a:r>
              <a:rPr lang="en-US"/>
              <a:t>Click icon to add picture</a:t>
            </a:r>
          </a:p>
        </p:txBody>
      </p:sp>
      <p:sp>
        <p:nvSpPr>
          <p:cNvPr id="24" name="Picture Placeholder 20">
            <a:extLst>
              <a:ext uri="{FF2B5EF4-FFF2-40B4-BE49-F238E27FC236}">
                <a16:creationId xmlns:a16="http://schemas.microsoft.com/office/drawing/2014/main" id="{EB90D275-5951-BAE0-8859-71B60C946087}"/>
              </a:ext>
            </a:extLst>
          </p:cNvPr>
          <p:cNvSpPr>
            <a:spLocks noGrp="1"/>
          </p:cNvSpPr>
          <p:nvPr>
            <p:ph type="pic" sz="quarter" idx="23"/>
          </p:nvPr>
        </p:nvSpPr>
        <p:spPr>
          <a:xfrm>
            <a:off x="9085537" y="2505584"/>
            <a:ext cx="1746504" cy="1746504"/>
          </a:xfrm>
          <a:prstGeom prst="ellipse">
            <a:avLst/>
          </a:prstGeom>
        </p:spPr>
        <p:txBody>
          <a:bodyPr anchor="ctr"/>
          <a:lstStyle>
            <a:lvl1pPr marL="0" indent="0" algn="ctr">
              <a:buNone/>
              <a:defRPr sz="1100"/>
            </a:lvl1pPr>
          </a:lstStyle>
          <a:p>
            <a:r>
              <a:rPr lang="en-US"/>
              <a:t>Click icon to add picture</a:t>
            </a:r>
          </a:p>
        </p:txBody>
      </p:sp>
    </p:spTree>
    <p:extLst>
      <p:ext uri="{BB962C8B-B14F-4D97-AF65-F5344CB8AC3E}">
        <p14:creationId xmlns:p14="http://schemas.microsoft.com/office/powerpoint/2010/main" val="37842011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am x8">
    <p:spTree>
      <p:nvGrpSpPr>
        <p:cNvPr id="1" name=""/>
        <p:cNvGrpSpPr/>
        <p:nvPr/>
      </p:nvGrpSpPr>
      <p:grpSpPr>
        <a:xfrm>
          <a:off x="0" y="0"/>
          <a:ext cx="0" cy="0"/>
          <a:chOff x="0" y="0"/>
          <a:chExt cx="0" cy="0"/>
        </a:xfrm>
      </p:grpSpPr>
      <p:sp>
        <p:nvSpPr>
          <p:cNvPr id="9" name="Oval 8">
            <a:extLst>
              <a:ext uri="{FF2B5EF4-FFF2-40B4-BE49-F238E27FC236}">
                <a16:creationId xmlns:a16="http://schemas.microsoft.com/office/drawing/2014/main" id="{3CF1AC86-4E83-EED8-9FB5-635710111D45}"/>
              </a:ext>
            </a:extLst>
          </p:cNvPr>
          <p:cNvSpPr/>
          <p:nvPr userDrawn="1"/>
        </p:nvSpPr>
        <p:spPr>
          <a:xfrm flipH="1">
            <a:off x="1704107" y="4055522"/>
            <a:ext cx="1231495" cy="1231495"/>
          </a:xfrm>
          <a:prstGeom prst="ellipse">
            <a:avLst/>
          </a:prstGeom>
          <a:gradFill flip="none" rotWithShape="1">
            <a:gsLst>
              <a:gs pos="18000">
                <a:schemeClr val="accent3"/>
              </a:gs>
              <a:gs pos="52000">
                <a:schemeClr val="accent5">
                  <a:alpha val="69515"/>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803E890B-5D84-F4A6-E963-051A1C52577D}"/>
              </a:ext>
            </a:extLst>
          </p:cNvPr>
          <p:cNvSpPr/>
          <p:nvPr userDrawn="1"/>
        </p:nvSpPr>
        <p:spPr>
          <a:xfrm flipH="1">
            <a:off x="4228381" y="1853643"/>
            <a:ext cx="1231495" cy="1231495"/>
          </a:xfrm>
          <a:prstGeom prst="ellipse">
            <a:avLst/>
          </a:prstGeom>
          <a:gradFill flip="none" rotWithShape="1">
            <a:gsLst>
              <a:gs pos="18000">
                <a:schemeClr val="accent3"/>
              </a:gs>
              <a:gs pos="52000">
                <a:schemeClr val="accent5">
                  <a:alpha val="69515"/>
                </a:schemeClr>
              </a:gs>
            </a:gsLst>
            <a:path path="circle">
              <a:fillToRect l="100000" b="100000"/>
            </a:path>
            <a:tileRect t="-100000" r="-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CA321B0B-6EF1-E460-8E13-3BBE774FA148}"/>
              </a:ext>
            </a:extLst>
          </p:cNvPr>
          <p:cNvSpPr/>
          <p:nvPr userDrawn="1"/>
        </p:nvSpPr>
        <p:spPr>
          <a:xfrm flipH="1">
            <a:off x="6752655" y="4055275"/>
            <a:ext cx="1231495" cy="1231495"/>
          </a:xfrm>
          <a:prstGeom prst="ellipse">
            <a:avLst/>
          </a:prstGeom>
          <a:gradFill flip="none" rotWithShape="1">
            <a:gsLst>
              <a:gs pos="18000">
                <a:schemeClr val="accent3"/>
              </a:gs>
              <a:gs pos="52000">
                <a:schemeClr val="accent5">
                  <a:alpha val="69515"/>
                </a:schemeClr>
              </a:gs>
            </a:gsLst>
            <a:path path="circle">
              <a:fillToRect t="100000" r="100000"/>
            </a:path>
            <a:tileRect l="-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898AB146-30D1-CD59-5D88-5097CF8561D1}"/>
              </a:ext>
            </a:extLst>
          </p:cNvPr>
          <p:cNvSpPr/>
          <p:nvPr userDrawn="1"/>
        </p:nvSpPr>
        <p:spPr>
          <a:xfrm flipH="1">
            <a:off x="9280950" y="4066155"/>
            <a:ext cx="1231495" cy="1231495"/>
          </a:xfrm>
          <a:prstGeom prst="ellipse">
            <a:avLst/>
          </a:prstGeom>
          <a:gradFill flip="none" rotWithShape="1">
            <a:gsLst>
              <a:gs pos="0">
                <a:schemeClr val="accent1"/>
              </a:gs>
              <a:gs pos="77000">
                <a:schemeClr val="accent6">
                  <a:alpha val="69284"/>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4FE52614-CC2D-3550-FDBA-9D7D76ED0F72}"/>
              </a:ext>
            </a:extLst>
          </p:cNvPr>
          <p:cNvSpPr/>
          <p:nvPr userDrawn="1"/>
        </p:nvSpPr>
        <p:spPr>
          <a:xfrm flipH="1">
            <a:off x="4228381" y="4056366"/>
            <a:ext cx="1231495" cy="1231495"/>
          </a:xfrm>
          <a:prstGeom prst="ellipse">
            <a:avLst/>
          </a:prstGeom>
          <a:gradFill flip="none" rotWithShape="1">
            <a:gsLst>
              <a:gs pos="0">
                <a:schemeClr val="accent1"/>
              </a:gs>
              <a:gs pos="77000">
                <a:schemeClr val="accent6">
                  <a:alpha val="69284"/>
                </a:schemeClr>
              </a:gs>
            </a:gsLst>
            <a:path path="circle">
              <a:fillToRect l="100000" b="100000"/>
            </a:path>
            <a:tileRect t="-100000" r="-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D19BEA3C-B965-CC70-315C-7C531CD7AA4A}"/>
              </a:ext>
            </a:extLst>
          </p:cNvPr>
          <p:cNvSpPr/>
          <p:nvPr userDrawn="1"/>
        </p:nvSpPr>
        <p:spPr>
          <a:xfrm flipH="1">
            <a:off x="9276929" y="1861862"/>
            <a:ext cx="1231495" cy="1231495"/>
          </a:xfrm>
          <a:prstGeom prst="ellipse">
            <a:avLst/>
          </a:prstGeom>
          <a:gradFill flip="none" rotWithShape="1">
            <a:gsLst>
              <a:gs pos="18000">
                <a:schemeClr val="accent3"/>
              </a:gs>
              <a:gs pos="52000">
                <a:schemeClr val="accent5">
                  <a:alpha val="69515"/>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DBCCE6E9-C40E-A684-457C-F08C974BD59F}"/>
              </a:ext>
            </a:extLst>
          </p:cNvPr>
          <p:cNvSpPr/>
          <p:nvPr userDrawn="1"/>
        </p:nvSpPr>
        <p:spPr>
          <a:xfrm flipH="1">
            <a:off x="6752655" y="1855810"/>
            <a:ext cx="1231495" cy="1231495"/>
          </a:xfrm>
          <a:prstGeom prst="ellipse">
            <a:avLst/>
          </a:prstGeom>
          <a:gradFill flip="none" rotWithShape="1">
            <a:gsLst>
              <a:gs pos="0">
                <a:schemeClr val="accent1"/>
              </a:gs>
              <a:gs pos="77000">
                <a:schemeClr val="accent6">
                  <a:alpha val="69284"/>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E9B5F0D0-ABA3-5B0F-77C9-C5B64A613F84}"/>
              </a:ext>
            </a:extLst>
          </p:cNvPr>
          <p:cNvSpPr/>
          <p:nvPr userDrawn="1"/>
        </p:nvSpPr>
        <p:spPr>
          <a:xfrm flipH="1">
            <a:off x="1692043" y="1846020"/>
            <a:ext cx="1231495" cy="1231495"/>
          </a:xfrm>
          <a:prstGeom prst="ellipse">
            <a:avLst/>
          </a:prstGeom>
          <a:gradFill>
            <a:gsLst>
              <a:gs pos="0">
                <a:schemeClr val="accent1"/>
              </a:gs>
              <a:gs pos="77000">
                <a:schemeClr val="accent6">
                  <a:alpha val="69284"/>
                </a:schemeClr>
              </a:gs>
            </a:gsLst>
            <a:path path="circle">
              <a:fillToRect t="100000" r="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4515CD9-7B09-FB25-0368-96365B9DD51C}"/>
              </a:ext>
            </a:extLst>
          </p:cNvPr>
          <p:cNvSpPr>
            <a:spLocks noGrp="1"/>
          </p:cNvSpPr>
          <p:nvPr>
            <p:ph type="title"/>
          </p:nvPr>
        </p:nvSpPr>
        <p:spPr>
          <a:xfrm>
            <a:off x="1656588" y="338328"/>
            <a:ext cx="8878824" cy="1069848"/>
          </a:xfrm>
        </p:spPr>
        <p:txBody>
          <a:bodyPr anchor="b"/>
          <a:lstStyle>
            <a:lvl1pPr algn="ctr">
              <a:defRPr/>
            </a:lvl1pPr>
          </a:lstStyle>
          <a:p>
            <a:r>
              <a:rPr lang="en-US"/>
              <a:t>Click to edit Master title style</a:t>
            </a:r>
          </a:p>
        </p:txBody>
      </p:sp>
      <p:sp>
        <p:nvSpPr>
          <p:cNvPr id="3" name="Footer Placeholder 2">
            <a:extLst>
              <a:ext uri="{FF2B5EF4-FFF2-40B4-BE49-F238E27FC236}">
                <a16:creationId xmlns:a16="http://schemas.microsoft.com/office/drawing/2014/main" id="{6DC6BE5A-F1AC-214F-638D-C6C21E51BFB2}"/>
              </a:ext>
            </a:extLst>
          </p:cNvPr>
          <p:cNvSpPr>
            <a:spLocks noGrp="1"/>
          </p:cNvSpPr>
          <p:nvPr>
            <p:ph type="ftr" sz="quarter" idx="10"/>
          </p:nvPr>
        </p:nvSpPr>
        <p:spPr/>
        <p:txBody>
          <a:bodyPr/>
          <a:lstStyle/>
          <a:p>
            <a:r>
              <a:rPr lang="en-US"/>
              <a:t>Crypto: investing &amp; trading</a:t>
            </a:r>
          </a:p>
        </p:txBody>
      </p:sp>
      <p:sp>
        <p:nvSpPr>
          <p:cNvPr id="4" name="Slide Number Placeholder 3">
            <a:extLst>
              <a:ext uri="{FF2B5EF4-FFF2-40B4-BE49-F238E27FC236}">
                <a16:creationId xmlns:a16="http://schemas.microsoft.com/office/drawing/2014/main" id="{0AB127D4-BE09-1C43-0562-195F20C8A05C}"/>
              </a:ext>
            </a:extLst>
          </p:cNvPr>
          <p:cNvSpPr>
            <a:spLocks noGrp="1"/>
          </p:cNvSpPr>
          <p:nvPr>
            <p:ph type="sldNum" sz="quarter" idx="11"/>
          </p:nvPr>
        </p:nvSpPr>
        <p:spPr/>
        <p:txBody>
          <a:bodyPr/>
          <a:lstStyle/>
          <a:p>
            <a:fld id="{294A09A9-5501-47C1-A89A-A340965A2BE2}" type="slidenum">
              <a:rPr lang="en-US" smtClean="0"/>
              <a:pPr/>
              <a:t>‹#›</a:t>
            </a:fld>
            <a:endParaRPr lang="en-US"/>
          </a:p>
        </p:txBody>
      </p:sp>
      <p:sp>
        <p:nvSpPr>
          <p:cNvPr id="12" name="Text Placeholder 11">
            <a:extLst>
              <a:ext uri="{FF2B5EF4-FFF2-40B4-BE49-F238E27FC236}">
                <a16:creationId xmlns:a16="http://schemas.microsoft.com/office/drawing/2014/main" id="{8B3517CD-F786-4206-2455-E4C3BD987425}"/>
              </a:ext>
            </a:extLst>
          </p:cNvPr>
          <p:cNvSpPr>
            <a:spLocks noGrp="1"/>
          </p:cNvSpPr>
          <p:nvPr>
            <p:ph type="body" sz="quarter" idx="12"/>
          </p:nvPr>
        </p:nvSpPr>
        <p:spPr>
          <a:xfrm>
            <a:off x="1176854" y="3209544"/>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13" name="Text Placeholder 11">
            <a:extLst>
              <a:ext uri="{FF2B5EF4-FFF2-40B4-BE49-F238E27FC236}">
                <a16:creationId xmlns:a16="http://schemas.microsoft.com/office/drawing/2014/main" id="{9978C389-1D90-6CEB-1D34-D69BF78983F7}"/>
              </a:ext>
            </a:extLst>
          </p:cNvPr>
          <p:cNvSpPr>
            <a:spLocks noGrp="1"/>
          </p:cNvSpPr>
          <p:nvPr>
            <p:ph type="body" sz="quarter" idx="13"/>
          </p:nvPr>
        </p:nvSpPr>
        <p:spPr>
          <a:xfrm>
            <a:off x="1176854" y="3447288"/>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14" name="Text Placeholder 11">
            <a:extLst>
              <a:ext uri="{FF2B5EF4-FFF2-40B4-BE49-F238E27FC236}">
                <a16:creationId xmlns:a16="http://schemas.microsoft.com/office/drawing/2014/main" id="{12B5D758-2B43-B448-79C9-1F09317F866C}"/>
              </a:ext>
            </a:extLst>
          </p:cNvPr>
          <p:cNvSpPr>
            <a:spLocks noGrp="1"/>
          </p:cNvSpPr>
          <p:nvPr>
            <p:ph type="body" sz="quarter" idx="14"/>
          </p:nvPr>
        </p:nvSpPr>
        <p:spPr>
          <a:xfrm>
            <a:off x="3701128" y="3209544"/>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15" name="Text Placeholder 11">
            <a:extLst>
              <a:ext uri="{FF2B5EF4-FFF2-40B4-BE49-F238E27FC236}">
                <a16:creationId xmlns:a16="http://schemas.microsoft.com/office/drawing/2014/main" id="{65404FC1-F068-1D2B-A3D6-59F44099DD2D}"/>
              </a:ext>
            </a:extLst>
          </p:cNvPr>
          <p:cNvSpPr>
            <a:spLocks noGrp="1"/>
          </p:cNvSpPr>
          <p:nvPr>
            <p:ph type="body" sz="quarter" idx="15"/>
          </p:nvPr>
        </p:nvSpPr>
        <p:spPr>
          <a:xfrm>
            <a:off x="3701128" y="3447288"/>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16" name="Text Placeholder 11">
            <a:extLst>
              <a:ext uri="{FF2B5EF4-FFF2-40B4-BE49-F238E27FC236}">
                <a16:creationId xmlns:a16="http://schemas.microsoft.com/office/drawing/2014/main" id="{5F0B1C4A-F0AC-3974-6F79-9CCF799976B3}"/>
              </a:ext>
            </a:extLst>
          </p:cNvPr>
          <p:cNvSpPr>
            <a:spLocks noGrp="1"/>
          </p:cNvSpPr>
          <p:nvPr>
            <p:ph type="body" sz="quarter" idx="16"/>
          </p:nvPr>
        </p:nvSpPr>
        <p:spPr>
          <a:xfrm>
            <a:off x="6225402" y="3209544"/>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17" name="Text Placeholder 11">
            <a:extLst>
              <a:ext uri="{FF2B5EF4-FFF2-40B4-BE49-F238E27FC236}">
                <a16:creationId xmlns:a16="http://schemas.microsoft.com/office/drawing/2014/main" id="{5C12C91B-3BBC-019A-22DF-DF71A287D58E}"/>
              </a:ext>
            </a:extLst>
          </p:cNvPr>
          <p:cNvSpPr>
            <a:spLocks noGrp="1"/>
          </p:cNvSpPr>
          <p:nvPr>
            <p:ph type="body" sz="quarter" idx="17"/>
          </p:nvPr>
        </p:nvSpPr>
        <p:spPr>
          <a:xfrm>
            <a:off x="6225402" y="3447288"/>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18" name="Text Placeholder 11">
            <a:extLst>
              <a:ext uri="{FF2B5EF4-FFF2-40B4-BE49-F238E27FC236}">
                <a16:creationId xmlns:a16="http://schemas.microsoft.com/office/drawing/2014/main" id="{BB3FD4C7-50B9-E37D-A077-B15D8C6DB9A4}"/>
              </a:ext>
            </a:extLst>
          </p:cNvPr>
          <p:cNvSpPr>
            <a:spLocks noGrp="1"/>
          </p:cNvSpPr>
          <p:nvPr>
            <p:ph type="body" sz="quarter" idx="18"/>
          </p:nvPr>
        </p:nvSpPr>
        <p:spPr>
          <a:xfrm>
            <a:off x="8749676" y="3209544"/>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19" name="Text Placeholder 11">
            <a:extLst>
              <a:ext uri="{FF2B5EF4-FFF2-40B4-BE49-F238E27FC236}">
                <a16:creationId xmlns:a16="http://schemas.microsoft.com/office/drawing/2014/main" id="{486092F0-1D91-8C7F-EEFE-A7D79FF89C19}"/>
              </a:ext>
            </a:extLst>
          </p:cNvPr>
          <p:cNvSpPr>
            <a:spLocks noGrp="1"/>
          </p:cNvSpPr>
          <p:nvPr>
            <p:ph type="body" sz="quarter" idx="19"/>
          </p:nvPr>
        </p:nvSpPr>
        <p:spPr>
          <a:xfrm>
            <a:off x="8749676" y="3447288"/>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21" name="Picture Placeholder 20">
            <a:extLst>
              <a:ext uri="{FF2B5EF4-FFF2-40B4-BE49-F238E27FC236}">
                <a16:creationId xmlns:a16="http://schemas.microsoft.com/office/drawing/2014/main" id="{8D38BBA9-DB40-81D9-4D13-4351576F9FD3}"/>
              </a:ext>
            </a:extLst>
          </p:cNvPr>
          <p:cNvSpPr>
            <a:spLocks noGrp="1"/>
          </p:cNvSpPr>
          <p:nvPr>
            <p:ph type="pic" sz="quarter" idx="20"/>
          </p:nvPr>
        </p:nvSpPr>
        <p:spPr>
          <a:xfrm>
            <a:off x="1782010" y="1935987"/>
            <a:ext cx="1051560" cy="1051560"/>
          </a:xfrm>
          <a:prstGeom prst="ellipse">
            <a:avLst/>
          </a:prstGeom>
        </p:spPr>
        <p:txBody>
          <a:bodyPr anchor="ctr"/>
          <a:lstStyle>
            <a:lvl1pPr marL="0" indent="0" algn="ctr">
              <a:buNone/>
              <a:defRPr sz="1100"/>
            </a:lvl1pPr>
          </a:lstStyle>
          <a:p>
            <a:r>
              <a:rPr lang="en-US"/>
              <a:t>Click icon to add picture</a:t>
            </a:r>
          </a:p>
        </p:txBody>
      </p:sp>
      <p:sp>
        <p:nvSpPr>
          <p:cNvPr id="22" name="Picture Placeholder 20">
            <a:extLst>
              <a:ext uri="{FF2B5EF4-FFF2-40B4-BE49-F238E27FC236}">
                <a16:creationId xmlns:a16="http://schemas.microsoft.com/office/drawing/2014/main" id="{D4E44748-5631-A2C7-ADA1-FB2707923EE2}"/>
              </a:ext>
            </a:extLst>
          </p:cNvPr>
          <p:cNvSpPr>
            <a:spLocks noGrp="1"/>
          </p:cNvSpPr>
          <p:nvPr>
            <p:ph type="pic" sz="quarter" idx="21"/>
          </p:nvPr>
        </p:nvSpPr>
        <p:spPr>
          <a:xfrm>
            <a:off x="4318348" y="1935987"/>
            <a:ext cx="1051560" cy="1051560"/>
          </a:xfrm>
          <a:prstGeom prst="ellipse">
            <a:avLst/>
          </a:prstGeom>
        </p:spPr>
        <p:txBody>
          <a:bodyPr anchor="ctr"/>
          <a:lstStyle>
            <a:lvl1pPr marL="0" indent="0" algn="ctr">
              <a:buNone/>
              <a:defRPr sz="1100"/>
            </a:lvl1pPr>
          </a:lstStyle>
          <a:p>
            <a:r>
              <a:rPr lang="en-US"/>
              <a:t>Click icon to add picture</a:t>
            </a:r>
          </a:p>
        </p:txBody>
      </p:sp>
      <p:sp>
        <p:nvSpPr>
          <p:cNvPr id="23" name="Picture Placeholder 20">
            <a:extLst>
              <a:ext uri="{FF2B5EF4-FFF2-40B4-BE49-F238E27FC236}">
                <a16:creationId xmlns:a16="http://schemas.microsoft.com/office/drawing/2014/main" id="{8A56F66F-909F-8F64-B021-9820EB3F6B67}"/>
              </a:ext>
            </a:extLst>
          </p:cNvPr>
          <p:cNvSpPr>
            <a:spLocks noGrp="1"/>
          </p:cNvSpPr>
          <p:nvPr>
            <p:ph type="pic" sz="quarter" idx="22"/>
          </p:nvPr>
        </p:nvSpPr>
        <p:spPr>
          <a:xfrm>
            <a:off x="6842622" y="1935987"/>
            <a:ext cx="1051560" cy="1051560"/>
          </a:xfrm>
          <a:prstGeom prst="ellipse">
            <a:avLst/>
          </a:prstGeom>
        </p:spPr>
        <p:txBody>
          <a:bodyPr anchor="ctr"/>
          <a:lstStyle>
            <a:lvl1pPr marL="0" indent="0" algn="ctr">
              <a:buNone/>
              <a:defRPr sz="1100"/>
            </a:lvl1pPr>
          </a:lstStyle>
          <a:p>
            <a:r>
              <a:rPr lang="en-US"/>
              <a:t>Click icon to add picture</a:t>
            </a:r>
          </a:p>
        </p:txBody>
      </p:sp>
      <p:sp>
        <p:nvSpPr>
          <p:cNvPr id="24" name="Picture Placeholder 20">
            <a:extLst>
              <a:ext uri="{FF2B5EF4-FFF2-40B4-BE49-F238E27FC236}">
                <a16:creationId xmlns:a16="http://schemas.microsoft.com/office/drawing/2014/main" id="{EB90D275-5951-BAE0-8859-71B60C946087}"/>
              </a:ext>
            </a:extLst>
          </p:cNvPr>
          <p:cNvSpPr>
            <a:spLocks noGrp="1"/>
          </p:cNvSpPr>
          <p:nvPr>
            <p:ph type="pic" sz="quarter" idx="23"/>
          </p:nvPr>
        </p:nvSpPr>
        <p:spPr>
          <a:xfrm>
            <a:off x="9366896" y="1935987"/>
            <a:ext cx="1051560" cy="1051560"/>
          </a:xfrm>
          <a:prstGeom prst="ellipse">
            <a:avLst/>
          </a:prstGeom>
        </p:spPr>
        <p:txBody>
          <a:bodyPr anchor="ctr"/>
          <a:lstStyle>
            <a:lvl1pPr marL="0" indent="0" algn="ctr">
              <a:buNone/>
              <a:defRPr sz="1100"/>
            </a:lvl1pPr>
          </a:lstStyle>
          <a:p>
            <a:r>
              <a:rPr lang="en-US"/>
              <a:t>Click icon to add picture</a:t>
            </a:r>
          </a:p>
        </p:txBody>
      </p:sp>
      <p:sp>
        <p:nvSpPr>
          <p:cNvPr id="29" name="Picture Placeholder 20">
            <a:extLst>
              <a:ext uri="{FF2B5EF4-FFF2-40B4-BE49-F238E27FC236}">
                <a16:creationId xmlns:a16="http://schemas.microsoft.com/office/drawing/2014/main" id="{BA9EB14D-8336-06B5-51E3-FBCAF00F1F25}"/>
              </a:ext>
            </a:extLst>
          </p:cNvPr>
          <p:cNvSpPr>
            <a:spLocks noGrp="1"/>
          </p:cNvSpPr>
          <p:nvPr>
            <p:ph type="pic" sz="quarter" idx="24"/>
          </p:nvPr>
        </p:nvSpPr>
        <p:spPr>
          <a:xfrm>
            <a:off x="1794074" y="4145489"/>
            <a:ext cx="1051560" cy="1051560"/>
          </a:xfrm>
          <a:prstGeom prst="ellipse">
            <a:avLst/>
          </a:prstGeom>
        </p:spPr>
        <p:txBody>
          <a:bodyPr anchor="ctr"/>
          <a:lstStyle>
            <a:lvl1pPr marL="0" indent="0" algn="ctr">
              <a:buNone/>
              <a:defRPr sz="1100"/>
            </a:lvl1pPr>
          </a:lstStyle>
          <a:p>
            <a:r>
              <a:rPr lang="en-US"/>
              <a:t>Click icon to add picture</a:t>
            </a:r>
          </a:p>
        </p:txBody>
      </p:sp>
      <p:sp>
        <p:nvSpPr>
          <p:cNvPr id="30" name="Picture Placeholder 20">
            <a:extLst>
              <a:ext uri="{FF2B5EF4-FFF2-40B4-BE49-F238E27FC236}">
                <a16:creationId xmlns:a16="http://schemas.microsoft.com/office/drawing/2014/main" id="{A1E65D12-1094-78B5-B37A-A03576991D1D}"/>
              </a:ext>
            </a:extLst>
          </p:cNvPr>
          <p:cNvSpPr>
            <a:spLocks noGrp="1"/>
          </p:cNvSpPr>
          <p:nvPr>
            <p:ph type="pic" sz="quarter" idx="25"/>
          </p:nvPr>
        </p:nvSpPr>
        <p:spPr>
          <a:xfrm>
            <a:off x="4318348" y="4146333"/>
            <a:ext cx="1051560" cy="1051560"/>
          </a:xfrm>
          <a:prstGeom prst="ellipse">
            <a:avLst/>
          </a:prstGeom>
        </p:spPr>
        <p:txBody>
          <a:bodyPr anchor="ctr"/>
          <a:lstStyle>
            <a:lvl1pPr marL="0" indent="0" algn="ctr">
              <a:buNone/>
              <a:defRPr sz="1100"/>
            </a:lvl1pPr>
          </a:lstStyle>
          <a:p>
            <a:r>
              <a:rPr lang="en-US"/>
              <a:t>Click icon to add picture</a:t>
            </a:r>
          </a:p>
        </p:txBody>
      </p:sp>
      <p:sp>
        <p:nvSpPr>
          <p:cNvPr id="31" name="Picture Placeholder 20">
            <a:extLst>
              <a:ext uri="{FF2B5EF4-FFF2-40B4-BE49-F238E27FC236}">
                <a16:creationId xmlns:a16="http://schemas.microsoft.com/office/drawing/2014/main" id="{6ABE5CEC-34A4-CD5D-FA0D-D675A87984F5}"/>
              </a:ext>
            </a:extLst>
          </p:cNvPr>
          <p:cNvSpPr>
            <a:spLocks noGrp="1"/>
          </p:cNvSpPr>
          <p:nvPr>
            <p:ph type="pic" sz="quarter" idx="26"/>
          </p:nvPr>
        </p:nvSpPr>
        <p:spPr>
          <a:xfrm>
            <a:off x="6842622" y="4145242"/>
            <a:ext cx="1051560" cy="1051560"/>
          </a:xfrm>
          <a:prstGeom prst="ellipse">
            <a:avLst/>
          </a:prstGeom>
        </p:spPr>
        <p:txBody>
          <a:bodyPr anchor="ctr"/>
          <a:lstStyle>
            <a:lvl1pPr marL="0" indent="0" algn="ctr">
              <a:buNone/>
              <a:defRPr sz="1100"/>
            </a:lvl1pPr>
          </a:lstStyle>
          <a:p>
            <a:r>
              <a:rPr lang="en-US"/>
              <a:t>Click icon to add picture</a:t>
            </a:r>
          </a:p>
        </p:txBody>
      </p:sp>
      <p:sp>
        <p:nvSpPr>
          <p:cNvPr id="32" name="Picture Placeholder 20">
            <a:extLst>
              <a:ext uri="{FF2B5EF4-FFF2-40B4-BE49-F238E27FC236}">
                <a16:creationId xmlns:a16="http://schemas.microsoft.com/office/drawing/2014/main" id="{5DA945B5-3444-7CAC-AA4A-55B04D039824}"/>
              </a:ext>
            </a:extLst>
          </p:cNvPr>
          <p:cNvSpPr>
            <a:spLocks noGrp="1"/>
          </p:cNvSpPr>
          <p:nvPr>
            <p:ph type="pic" sz="quarter" idx="27"/>
          </p:nvPr>
        </p:nvSpPr>
        <p:spPr>
          <a:xfrm>
            <a:off x="9370917" y="4156122"/>
            <a:ext cx="1051560" cy="1051560"/>
          </a:xfrm>
          <a:prstGeom prst="ellipse">
            <a:avLst/>
          </a:prstGeom>
        </p:spPr>
        <p:txBody>
          <a:bodyPr anchor="ctr"/>
          <a:lstStyle>
            <a:lvl1pPr marL="0" indent="0" algn="ctr">
              <a:buNone/>
              <a:defRPr sz="1100"/>
            </a:lvl1pPr>
          </a:lstStyle>
          <a:p>
            <a:r>
              <a:rPr lang="en-US"/>
              <a:t>Click icon to add picture</a:t>
            </a:r>
          </a:p>
        </p:txBody>
      </p:sp>
      <p:sp>
        <p:nvSpPr>
          <p:cNvPr id="33" name="Text Placeholder 11">
            <a:extLst>
              <a:ext uri="{FF2B5EF4-FFF2-40B4-BE49-F238E27FC236}">
                <a16:creationId xmlns:a16="http://schemas.microsoft.com/office/drawing/2014/main" id="{CB0DA5B5-9C84-7B23-EE8E-CEA555CD808E}"/>
              </a:ext>
            </a:extLst>
          </p:cNvPr>
          <p:cNvSpPr>
            <a:spLocks noGrp="1"/>
          </p:cNvSpPr>
          <p:nvPr>
            <p:ph type="body" sz="quarter" idx="28"/>
          </p:nvPr>
        </p:nvSpPr>
        <p:spPr>
          <a:xfrm>
            <a:off x="1176854" y="5440680"/>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34" name="Text Placeholder 11">
            <a:extLst>
              <a:ext uri="{FF2B5EF4-FFF2-40B4-BE49-F238E27FC236}">
                <a16:creationId xmlns:a16="http://schemas.microsoft.com/office/drawing/2014/main" id="{99C62621-0080-5CDD-E5DD-2FCF2D548CEB}"/>
              </a:ext>
            </a:extLst>
          </p:cNvPr>
          <p:cNvSpPr>
            <a:spLocks noGrp="1"/>
          </p:cNvSpPr>
          <p:nvPr>
            <p:ph type="body" sz="quarter" idx="29"/>
          </p:nvPr>
        </p:nvSpPr>
        <p:spPr>
          <a:xfrm>
            <a:off x="1176854" y="5678424"/>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35" name="Text Placeholder 11">
            <a:extLst>
              <a:ext uri="{FF2B5EF4-FFF2-40B4-BE49-F238E27FC236}">
                <a16:creationId xmlns:a16="http://schemas.microsoft.com/office/drawing/2014/main" id="{B69DDE47-632B-987E-545E-BAB200D374ED}"/>
              </a:ext>
            </a:extLst>
          </p:cNvPr>
          <p:cNvSpPr>
            <a:spLocks noGrp="1"/>
          </p:cNvSpPr>
          <p:nvPr>
            <p:ph type="body" sz="quarter" idx="30"/>
          </p:nvPr>
        </p:nvSpPr>
        <p:spPr>
          <a:xfrm>
            <a:off x="3701128" y="5440680"/>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36" name="Text Placeholder 11">
            <a:extLst>
              <a:ext uri="{FF2B5EF4-FFF2-40B4-BE49-F238E27FC236}">
                <a16:creationId xmlns:a16="http://schemas.microsoft.com/office/drawing/2014/main" id="{A165DCBF-4EFD-7181-68BA-1625AC1C0D5F}"/>
              </a:ext>
            </a:extLst>
          </p:cNvPr>
          <p:cNvSpPr>
            <a:spLocks noGrp="1"/>
          </p:cNvSpPr>
          <p:nvPr>
            <p:ph type="body" sz="quarter" idx="31"/>
          </p:nvPr>
        </p:nvSpPr>
        <p:spPr>
          <a:xfrm>
            <a:off x="3701128" y="5678424"/>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37" name="Text Placeholder 11">
            <a:extLst>
              <a:ext uri="{FF2B5EF4-FFF2-40B4-BE49-F238E27FC236}">
                <a16:creationId xmlns:a16="http://schemas.microsoft.com/office/drawing/2014/main" id="{3C7ECA2F-9EC3-26BD-B424-ECE80473DF37}"/>
              </a:ext>
            </a:extLst>
          </p:cNvPr>
          <p:cNvSpPr>
            <a:spLocks noGrp="1"/>
          </p:cNvSpPr>
          <p:nvPr>
            <p:ph type="body" sz="quarter" idx="32"/>
          </p:nvPr>
        </p:nvSpPr>
        <p:spPr>
          <a:xfrm>
            <a:off x="6225402" y="5440680"/>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38" name="Text Placeholder 11">
            <a:extLst>
              <a:ext uri="{FF2B5EF4-FFF2-40B4-BE49-F238E27FC236}">
                <a16:creationId xmlns:a16="http://schemas.microsoft.com/office/drawing/2014/main" id="{C9535F99-6134-8D03-FFEE-D1B3E007F2CC}"/>
              </a:ext>
            </a:extLst>
          </p:cNvPr>
          <p:cNvSpPr>
            <a:spLocks noGrp="1"/>
          </p:cNvSpPr>
          <p:nvPr>
            <p:ph type="body" sz="quarter" idx="33"/>
          </p:nvPr>
        </p:nvSpPr>
        <p:spPr>
          <a:xfrm>
            <a:off x="6225402" y="5678424"/>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39" name="Text Placeholder 11">
            <a:extLst>
              <a:ext uri="{FF2B5EF4-FFF2-40B4-BE49-F238E27FC236}">
                <a16:creationId xmlns:a16="http://schemas.microsoft.com/office/drawing/2014/main" id="{163BD863-99E7-C7C4-4762-8C168574E9A8}"/>
              </a:ext>
            </a:extLst>
          </p:cNvPr>
          <p:cNvSpPr>
            <a:spLocks noGrp="1"/>
          </p:cNvSpPr>
          <p:nvPr>
            <p:ph type="body" sz="quarter" idx="34"/>
          </p:nvPr>
        </p:nvSpPr>
        <p:spPr>
          <a:xfrm>
            <a:off x="8749676" y="5440680"/>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40" name="Text Placeholder 11">
            <a:extLst>
              <a:ext uri="{FF2B5EF4-FFF2-40B4-BE49-F238E27FC236}">
                <a16:creationId xmlns:a16="http://schemas.microsoft.com/office/drawing/2014/main" id="{63678AE5-B810-D5BE-40B5-888AF4473157}"/>
              </a:ext>
            </a:extLst>
          </p:cNvPr>
          <p:cNvSpPr>
            <a:spLocks noGrp="1"/>
          </p:cNvSpPr>
          <p:nvPr>
            <p:ph type="body" sz="quarter" idx="35"/>
          </p:nvPr>
        </p:nvSpPr>
        <p:spPr>
          <a:xfrm>
            <a:off x="8749676" y="5678424"/>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Tree>
    <p:extLst>
      <p:ext uri="{BB962C8B-B14F-4D97-AF65-F5344CB8AC3E}">
        <p14:creationId xmlns:p14="http://schemas.microsoft.com/office/powerpoint/2010/main" val="634582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title" preserve="1">
  <p:cSld name="Summary">
    <p:spTree>
      <p:nvGrpSpPr>
        <p:cNvPr id="1" name=""/>
        <p:cNvGrpSpPr/>
        <p:nvPr/>
      </p:nvGrpSpPr>
      <p:grpSpPr>
        <a:xfrm>
          <a:off x="0" y="0"/>
          <a:ext cx="0" cy="0"/>
          <a:chOff x="0" y="0"/>
          <a:chExt cx="0" cy="0"/>
        </a:xfrm>
      </p:grpSpPr>
      <p:sp>
        <p:nvSpPr>
          <p:cNvPr id="24" name="Freeform: Shape 23">
            <a:extLst>
              <a:ext uri="{FF2B5EF4-FFF2-40B4-BE49-F238E27FC236}">
                <a16:creationId xmlns:a16="http://schemas.microsoft.com/office/drawing/2014/main" id="{FF4F2FF2-B2D0-EAB9-0059-1E59CFF27936}"/>
              </a:ext>
            </a:extLst>
          </p:cNvPr>
          <p:cNvSpPr/>
          <p:nvPr userDrawn="1"/>
        </p:nvSpPr>
        <p:spPr>
          <a:xfrm>
            <a:off x="0" y="3079989"/>
            <a:ext cx="4744043" cy="3778013"/>
          </a:xfrm>
          <a:custGeom>
            <a:avLst/>
            <a:gdLst>
              <a:gd name="connsiteX0" fmla="*/ 552680 w 4744043"/>
              <a:gd name="connsiteY0" fmla="*/ 2 h 3778013"/>
              <a:gd name="connsiteX1" fmla="*/ 3368067 w 4744043"/>
              <a:gd name="connsiteY1" fmla="*/ 2076456 h 3778013"/>
              <a:gd name="connsiteX2" fmla="*/ 4603294 w 4744043"/>
              <a:gd name="connsiteY2" fmla="*/ 3641510 h 3778013"/>
              <a:gd name="connsiteX3" fmla="*/ 4744043 w 4744043"/>
              <a:gd name="connsiteY3" fmla="*/ 3778013 h 3778013"/>
              <a:gd name="connsiteX4" fmla="*/ 0 w 4744043"/>
              <a:gd name="connsiteY4" fmla="*/ 3778013 h 3778013"/>
              <a:gd name="connsiteX5" fmla="*/ 0 w 4744043"/>
              <a:gd name="connsiteY5" fmla="*/ 73323 h 3778013"/>
              <a:gd name="connsiteX6" fmla="*/ 163773 w 4744043"/>
              <a:gd name="connsiteY6" fmla="*/ 34335 h 3778013"/>
              <a:gd name="connsiteX7" fmla="*/ 552680 w 4744043"/>
              <a:gd name="connsiteY7" fmla="*/ 2 h 37780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744043" h="3778013">
                <a:moveTo>
                  <a:pt x="552680" y="2"/>
                </a:moveTo>
                <a:cubicBezTo>
                  <a:pt x="1474475" y="1086"/>
                  <a:pt x="2486209" y="585872"/>
                  <a:pt x="3368067" y="2076456"/>
                </a:cubicBezTo>
                <a:cubicBezTo>
                  <a:pt x="3678455" y="2598086"/>
                  <a:pt x="4104379" y="3133243"/>
                  <a:pt x="4603294" y="3641510"/>
                </a:cubicBezTo>
                <a:lnTo>
                  <a:pt x="4744043" y="3778013"/>
                </a:lnTo>
                <a:lnTo>
                  <a:pt x="0" y="3778013"/>
                </a:lnTo>
                <a:lnTo>
                  <a:pt x="0" y="73323"/>
                </a:lnTo>
                <a:lnTo>
                  <a:pt x="163773" y="34335"/>
                </a:lnTo>
                <a:cubicBezTo>
                  <a:pt x="291146" y="11604"/>
                  <a:pt x="420996" y="-154"/>
                  <a:pt x="552680" y="2"/>
                </a:cubicBezTo>
                <a:close/>
              </a:path>
            </a:pathLst>
          </a:custGeom>
          <a:gradFill flip="none" rotWithShape="1">
            <a:gsLst>
              <a:gs pos="41000">
                <a:schemeClr val="accent3">
                  <a:lumMod val="25000"/>
                  <a:alpha val="67969"/>
                </a:schemeClr>
              </a:gs>
              <a:gs pos="100000">
                <a:schemeClr val="accent2">
                  <a:alpha val="29022"/>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solidFill>
                <a:schemeClr val="tx1"/>
              </a:solidFill>
            </a:endParaRPr>
          </a:p>
        </p:txBody>
      </p:sp>
      <p:sp>
        <p:nvSpPr>
          <p:cNvPr id="19" name="Freeform: Shape 18">
            <a:extLst>
              <a:ext uri="{FF2B5EF4-FFF2-40B4-BE49-F238E27FC236}">
                <a16:creationId xmlns:a16="http://schemas.microsoft.com/office/drawing/2014/main" id="{8B193F7C-DAB3-79A0-9B6F-012F23BAF8BD}"/>
              </a:ext>
            </a:extLst>
          </p:cNvPr>
          <p:cNvSpPr/>
          <p:nvPr userDrawn="1"/>
        </p:nvSpPr>
        <p:spPr>
          <a:xfrm>
            <a:off x="1" y="0"/>
            <a:ext cx="6552595" cy="3112082"/>
          </a:xfrm>
          <a:custGeom>
            <a:avLst/>
            <a:gdLst>
              <a:gd name="connsiteX0" fmla="*/ 6552595 w 6552595"/>
              <a:gd name="connsiteY0" fmla="*/ 0 h 3112082"/>
              <a:gd name="connsiteX1" fmla="*/ 6479403 w 6552595"/>
              <a:gd name="connsiteY1" fmla="*/ 116338 h 3112082"/>
              <a:gd name="connsiteX2" fmla="*/ 4627940 w 6552595"/>
              <a:gd name="connsiteY2" fmla="*/ 645238 h 3112082"/>
              <a:gd name="connsiteX3" fmla="*/ 631580 w 6552595"/>
              <a:gd name="connsiteY3" fmla="*/ 1915852 h 3112082"/>
              <a:gd name="connsiteX4" fmla="*/ 46252 w 6552595"/>
              <a:gd name="connsiteY4" fmla="*/ 2980209 h 3112082"/>
              <a:gd name="connsiteX5" fmla="*/ 0 w 6552595"/>
              <a:gd name="connsiteY5" fmla="*/ 3112082 h 3112082"/>
              <a:gd name="connsiteX6" fmla="*/ 0 w 6552595"/>
              <a:gd name="connsiteY6" fmla="*/ 1037361 h 3112082"/>
              <a:gd name="connsiteX7" fmla="*/ 0 w 6552595"/>
              <a:gd name="connsiteY7" fmla="*/ 0 h 3112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552595" h="3112082">
                <a:moveTo>
                  <a:pt x="6552595" y="0"/>
                </a:moveTo>
                <a:lnTo>
                  <a:pt x="6479403" y="116338"/>
                </a:lnTo>
                <a:cubicBezTo>
                  <a:pt x="6181653" y="532833"/>
                  <a:pt x="5587528" y="785625"/>
                  <a:pt x="4627940" y="645238"/>
                </a:cubicBezTo>
                <a:cubicBezTo>
                  <a:pt x="3343367" y="460619"/>
                  <a:pt x="1347900" y="971915"/>
                  <a:pt x="631580" y="1915852"/>
                </a:cubicBezTo>
                <a:cubicBezTo>
                  <a:pt x="407731" y="2210834"/>
                  <a:pt x="204970" y="2565624"/>
                  <a:pt x="46252" y="2980209"/>
                </a:cubicBezTo>
                <a:lnTo>
                  <a:pt x="0" y="3112082"/>
                </a:lnTo>
                <a:lnTo>
                  <a:pt x="0" y="1037361"/>
                </a:lnTo>
                <a:lnTo>
                  <a:pt x="0" y="0"/>
                </a:lnTo>
                <a:close/>
              </a:path>
            </a:pathLst>
          </a:custGeom>
          <a:gradFill flip="none" rotWithShape="1">
            <a:gsLst>
              <a:gs pos="76000">
                <a:schemeClr val="accent3">
                  <a:lumMod val="25000"/>
                </a:schemeClr>
              </a:gs>
              <a:gs pos="0">
                <a:schemeClr val="accent1">
                  <a:alpha val="56738"/>
                </a:schemeClr>
              </a:gs>
            </a:gsLst>
            <a:path path="circle">
              <a:fillToRect l="100000" b="100000"/>
            </a:path>
            <a:tileRect t="-100000" r="-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solidFill>
                <a:schemeClr val="tx1"/>
              </a:solidFill>
            </a:endParaRPr>
          </a:p>
        </p:txBody>
      </p:sp>
      <p:sp>
        <p:nvSpPr>
          <p:cNvPr id="14" name="Freeform: Shape 13">
            <a:extLst>
              <a:ext uri="{FF2B5EF4-FFF2-40B4-BE49-F238E27FC236}">
                <a16:creationId xmlns:a16="http://schemas.microsoft.com/office/drawing/2014/main" id="{D9D045F5-266F-9ADF-9692-2DA7DB16DFFE}"/>
              </a:ext>
            </a:extLst>
          </p:cNvPr>
          <p:cNvSpPr/>
          <p:nvPr userDrawn="1"/>
        </p:nvSpPr>
        <p:spPr>
          <a:xfrm>
            <a:off x="10269564" y="0"/>
            <a:ext cx="1922436" cy="5772376"/>
          </a:xfrm>
          <a:custGeom>
            <a:avLst/>
            <a:gdLst>
              <a:gd name="connsiteX0" fmla="*/ 0 w 1922436"/>
              <a:gd name="connsiteY0" fmla="*/ 0 h 5772376"/>
              <a:gd name="connsiteX1" fmla="*/ 1922436 w 1922436"/>
              <a:gd name="connsiteY1" fmla="*/ 0 h 5772376"/>
              <a:gd name="connsiteX2" fmla="*/ 1922436 w 1922436"/>
              <a:gd name="connsiteY2" fmla="*/ 5770832 h 5772376"/>
              <a:gd name="connsiteX3" fmla="*/ 1785843 w 1922436"/>
              <a:gd name="connsiteY3" fmla="*/ 5772376 h 5772376"/>
              <a:gd name="connsiteX4" fmla="*/ 167636 w 1922436"/>
              <a:gd name="connsiteY4" fmla="*/ 2958760 h 5772376"/>
              <a:gd name="connsiteX5" fmla="*/ 11457 w 1922436"/>
              <a:gd name="connsiteY5" fmla="*/ 41049 h 57723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22436" h="5772376">
                <a:moveTo>
                  <a:pt x="0" y="0"/>
                </a:moveTo>
                <a:lnTo>
                  <a:pt x="1922436" y="0"/>
                </a:lnTo>
                <a:lnTo>
                  <a:pt x="1922436" y="5770832"/>
                </a:lnTo>
                <a:lnTo>
                  <a:pt x="1785843" y="5772376"/>
                </a:lnTo>
                <a:cubicBezTo>
                  <a:pt x="715486" y="5737436"/>
                  <a:pt x="-199675" y="4895626"/>
                  <a:pt x="167636" y="2958760"/>
                </a:cubicBezTo>
                <a:cubicBezTo>
                  <a:pt x="324540" y="2119813"/>
                  <a:pt x="262661" y="1037667"/>
                  <a:pt x="11457" y="41049"/>
                </a:cubicBezTo>
                <a:close/>
              </a:path>
            </a:pathLst>
          </a:custGeom>
          <a:gradFill flip="none" rotWithShape="1">
            <a:gsLst>
              <a:gs pos="10000">
                <a:schemeClr val="accent2">
                  <a:alpha val="9960"/>
                </a:schemeClr>
              </a:gs>
              <a:gs pos="100000">
                <a:schemeClr val="accent1">
                  <a:alpha val="47557"/>
                </a:schemeClr>
              </a:gs>
            </a:gsLst>
            <a:path path="circle">
              <a:fillToRect l="100000" t="100000"/>
            </a:path>
            <a:tileRect r="-100000" b="-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solidFill>
                <a:schemeClr val="tx1"/>
              </a:solidFill>
            </a:endParaRPr>
          </a:p>
        </p:txBody>
      </p:sp>
      <p:sp>
        <p:nvSpPr>
          <p:cNvPr id="12" name="Freeform: Shape 11">
            <a:extLst>
              <a:ext uri="{FF2B5EF4-FFF2-40B4-BE49-F238E27FC236}">
                <a16:creationId xmlns:a16="http://schemas.microsoft.com/office/drawing/2014/main" id="{2A494E50-F563-24E6-92E6-F9E55D1F3D50}"/>
              </a:ext>
            </a:extLst>
          </p:cNvPr>
          <p:cNvSpPr/>
          <p:nvPr userDrawn="1"/>
        </p:nvSpPr>
        <p:spPr>
          <a:xfrm>
            <a:off x="10861332" y="0"/>
            <a:ext cx="1330669" cy="3088658"/>
          </a:xfrm>
          <a:custGeom>
            <a:avLst/>
            <a:gdLst>
              <a:gd name="connsiteX0" fmla="*/ 0 w 1330669"/>
              <a:gd name="connsiteY0" fmla="*/ 0 h 3088658"/>
              <a:gd name="connsiteX1" fmla="*/ 1330669 w 1330669"/>
              <a:gd name="connsiteY1" fmla="*/ 0 h 3088658"/>
              <a:gd name="connsiteX2" fmla="*/ 1330669 w 1330669"/>
              <a:gd name="connsiteY2" fmla="*/ 3088658 h 3088658"/>
              <a:gd name="connsiteX3" fmla="*/ 1265038 w 1330669"/>
              <a:gd name="connsiteY3" fmla="*/ 3075052 h 3088658"/>
              <a:gd name="connsiteX4" fmla="*/ 84101 w 1330669"/>
              <a:gd name="connsiteY4" fmla="*/ 918166 h 3088658"/>
              <a:gd name="connsiteX5" fmla="*/ 3100 w 1330669"/>
              <a:gd name="connsiteY5" fmla="*/ 15153 h 30886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0669" h="3088658">
                <a:moveTo>
                  <a:pt x="0" y="0"/>
                </a:moveTo>
                <a:lnTo>
                  <a:pt x="1330669" y="0"/>
                </a:lnTo>
                <a:lnTo>
                  <a:pt x="1330669" y="3088658"/>
                </a:lnTo>
                <a:lnTo>
                  <a:pt x="1265038" y="3075052"/>
                </a:lnTo>
                <a:cubicBezTo>
                  <a:pt x="597017" y="2898062"/>
                  <a:pt x="64513" y="2241595"/>
                  <a:pt x="84101" y="918166"/>
                </a:cubicBezTo>
                <a:cubicBezTo>
                  <a:pt x="87550" y="637183"/>
                  <a:pt x="59230" y="331259"/>
                  <a:pt x="3100" y="15153"/>
                </a:cubicBezTo>
                <a:close/>
              </a:path>
            </a:pathLst>
          </a:custGeom>
          <a:solidFill>
            <a:schemeClr val="accent1">
              <a:alpha val="50635"/>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solidFill>
                <a:schemeClr val="tx1"/>
              </a:solidFill>
            </a:endParaRPr>
          </a:p>
        </p:txBody>
      </p:sp>
      <p:sp>
        <p:nvSpPr>
          <p:cNvPr id="16" name="glass card">
            <a:extLst>
              <a:ext uri="{FF2B5EF4-FFF2-40B4-BE49-F238E27FC236}">
                <a16:creationId xmlns:a16="http://schemas.microsoft.com/office/drawing/2014/main" id="{D9024B22-C102-71C1-8593-95259EC18972}"/>
              </a:ext>
            </a:extLst>
          </p:cNvPr>
          <p:cNvSpPr/>
          <p:nvPr userDrawn="1"/>
        </p:nvSpPr>
        <p:spPr>
          <a:xfrm>
            <a:off x="1474384" y="1005155"/>
            <a:ext cx="9243233" cy="4978750"/>
          </a:xfrm>
          <a:prstGeom prst="roundRect">
            <a:avLst>
              <a:gd name="adj" fmla="val 6806"/>
            </a:avLst>
          </a:prstGeom>
          <a:gradFill>
            <a:gsLst>
              <a:gs pos="99000">
                <a:schemeClr val="bg1">
                  <a:alpha val="3000"/>
                </a:schemeClr>
              </a:gs>
              <a:gs pos="46000">
                <a:schemeClr val="bg1">
                  <a:alpha val="17037"/>
                </a:schemeClr>
              </a:gs>
              <a:gs pos="6000">
                <a:schemeClr val="bg1">
                  <a:alpha val="13000"/>
                </a:schemeClr>
              </a:gs>
            </a:gsLst>
            <a:path path="circle">
              <a:fillToRect l="100000" t="100000"/>
            </a:path>
          </a:gradFill>
          <a:ln w="6350">
            <a:noFill/>
          </a:ln>
          <a:effectLst>
            <a:outerShdw blurRad="63500" dist="38100" dir="5400000" sx="1000" sy="1000" algn="t" rotWithShape="0">
              <a:prstClr val="black">
                <a:alpha val="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94248F2-5264-4601-AA0B-6C092F77F2DD}"/>
              </a:ext>
            </a:extLst>
          </p:cNvPr>
          <p:cNvSpPr>
            <a:spLocks noGrp="1"/>
          </p:cNvSpPr>
          <p:nvPr>
            <p:ph type="ctrTitle"/>
          </p:nvPr>
        </p:nvSpPr>
        <p:spPr>
          <a:xfrm>
            <a:off x="2228088" y="2157984"/>
            <a:ext cx="7735824" cy="1069848"/>
          </a:xfrm>
        </p:spPr>
        <p:txBody>
          <a:bodyPr anchor="b">
            <a:noAutofit/>
          </a:bodyPr>
          <a:lstStyle>
            <a:lvl1pPr algn="ctr">
              <a:defRPr sz="4000"/>
            </a:lvl1pPr>
          </a:lstStyle>
          <a:p>
            <a:r>
              <a:rPr lang="en-US"/>
              <a:t>Click to edit Master title style</a:t>
            </a:r>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2228088" y="3685032"/>
            <a:ext cx="7735824" cy="1133856"/>
          </a:xfrm>
        </p:spPr>
        <p:txBody>
          <a:bodyPr>
            <a:noAutofit/>
          </a:bodyPr>
          <a:lstStyle>
            <a:lvl1pPr marL="0" indent="0" algn="ctr">
              <a:lnSpc>
                <a:spcPct val="100000"/>
              </a:lnSpc>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cxnSp>
        <p:nvCxnSpPr>
          <p:cNvPr id="28" name="Straight Connector 27">
            <a:extLst>
              <a:ext uri="{FF2B5EF4-FFF2-40B4-BE49-F238E27FC236}">
                <a16:creationId xmlns:a16="http://schemas.microsoft.com/office/drawing/2014/main" id="{93303B57-FF55-B795-FAE7-5EF26BFCBEF3}"/>
              </a:ext>
            </a:extLst>
          </p:cNvPr>
          <p:cNvCxnSpPr>
            <a:cxnSpLocks/>
          </p:cNvCxnSpPr>
          <p:nvPr userDrawn="1"/>
        </p:nvCxnSpPr>
        <p:spPr>
          <a:xfrm rot="5400000">
            <a:off x="6115287" y="2597113"/>
            <a:ext cx="0" cy="165518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21" name="Freeform: Shape 20">
            <a:extLst>
              <a:ext uri="{FF2B5EF4-FFF2-40B4-BE49-F238E27FC236}">
                <a16:creationId xmlns:a16="http://schemas.microsoft.com/office/drawing/2014/main" id="{8A78F28F-70CE-7FE2-ACE1-FA2D7C1CE590}"/>
              </a:ext>
            </a:extLst>
          </p:cNvPr>
          <p:cNvSpPr/>
          <p:nvPr userDrawn="1"/>
        </p:nvSpPr>
        <p:spPr>
          <a:xfrm>
            <a:off x="0" y="0"/>
            <a:ext cx="2862855" cy="1527696"/>
          </a:xfrm>
          <a:custGeom>
            <a:avLst/>
            <a:gdLst>
              <a:gd name="connsiteX0" fmla="*/ 0 w 2862855"/>
              <a:gd name="connsiteY0" fmla="*/ 0 h 1527696"/>
              <a:gd name="connsiteX1" fmla="*/ 2862855 w 2862855"/>
              <a:gd name="connsiteY1" fmla="*/ 0 h 1527696"/>
              <a:gd name="connsiteX2" fmla="*/ 2757362 w 2862855"/>
              <a:gd name="connsiteY2" fmla="*/ 85011 h 1527696"/>
              <a:gd name="connsiteX3" fmla="*/ 1949659 w 2862855"/>
              <a:gd name="connsiteY3" fmla="*/ 424032 h 1527696"/>
              <a:gd name="connsiteX4" fmla="*/ 170555 w 2862855"/>
              <a:gd name="connsiteY4" fmla="*/ 1373059 h 1527696"/>
              <a:gd name="connsiteX5" fmla="*/ 0 w 2862855"/>
              <a:gd name="connsiteY5" fmla="*/ 1527696 h 1527696"/>
              <a:gd name="connsiteX6" fmla="*/ 0 w 2862855"/>
              <a:gd name="connsiteY6" fmla="*/ 872969 h 1527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862855" h="1527696">
                <a:moveTo>
                  <a:pt x="0" y="0"/>
                </a:moveTo>
                <a:lnTo>
                  <a:pt x="2862855" y="0"/>
                </a:lnTo>
                <a:lnTo>
                  <a:pt x="2757362" y="85011"/>
                </a:lnTo>
                <a:cubicBezTo>
                  <a:pt x="2560942" y="227521"/>
                  <a:pt x="2295416" y="345289"/>
                  <a:pt x="1949659" y="424032"/>
                </a:cubicBezTo>
                <a:cubicBezTo>
                  <a:pt x="1377417" y="555874"/>
                  <a:pt x="700343" y="918207"/>
                  <a:pt x="170555" y="1373059"/>
                </a:cubicBezTo>
                <a:lnTo>
                  <a:pt x="0" y="1527696"/>
                </a:lnTo>
                <a:lnTo>
                  <a:pt x="0" y="872969"/>
                </a:lnTo>
                <a:close/>
              </a:path>
            </a:pathLst>
          </a:custGeom>
          <a:gradFill flip="none" rotWithShape="1">
            <a:gsLst>
              <a:gs pos="100000">
                <a:schemeClr val="accent3">
                  <a:lumMod val="25000"/>
                  <a:alpha val="40000"/>
                </a:schemeClr>
              </a:gs>
              <a:gs pos="0">
                <a:schemeClr val="accent4">
                  <a:alpha val="69786"/>
                </a:schemeClr>
              </a:gs>
            </a:gsLst>
            <a:path path="circle">
              <a:fillToRect l="100000" b="100000"/>
            </a:path>
            <a:tileRect t="-100000" r="-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solidFill>
                <a:schemeClr val="tx1"/>
              </a:solidFill>
            </a:endParaRPr>
          </a:p>
        </p:txBody>
      </p:sp>
      <p:sp>
        <p:nvSpPr>
          <p:cNvPr id="29" name="Freeform: Shape 28">
            <a:extLst>
              <a:ext uri="{FF2B5EF4-FFF2-40B4-BE49-F238E27FC236}">
                <a16:creationId xmlns:a16="http://schemas.microsoft.com/office/drawing/2014/main" id="{294AB31D-FEF2-F3B0-D726-81CE48F895EA}"/>
              </a:ext>
            </a:extLst>
          </p:cNvPr>
          <p:cNvSpPr/>
          <p:nvPr userDrawn="1"/>
        </p:nvSpPr>
        <p:spPr>
          <a:xfrm>
            <a:off x="2" y="4761091"/>
            <a:ext cx="3131151" cy="2096908"/>
          </a:xfrm>
          <a:custGeom>
            <a:avLst/>
            <a:gdLst>
              <a:gd name="connsiteX0" fmla="*/ 186163 w 3131151"/>
              <a:gd name="connsiteY0" fmla="*/ 0 h 2096908"/>
              <a:gd name="connsiteX1" fmla="*/ 2469297 w 3131151"/>
              <a:gd name="connsiteY1" fmla="*/ 1411265 h 2096908"/>
              <a:gd name="connsiteX2" fmla="*/ 3026909 w 3131151"/>
              <a:gd name="connsiteY2" fmla="*/ 2004423 h 2096908"/>
              <a:gd name="connsiteX3" fmla="*/ 3131151 w 3131151"/>
              <a:gd name="connsiteY3" fmla="*/ 2096908 h 2096908"/>
              <a:gd name="connsiteX4" fmla="*/ 0 w 3131151"/>
              <a:gd name="connsiteY4" fmla="*/ 2096908 h 2096908"/>
              <a:gd name="connsiteX5" fmla="*/ 0 w 3131151"/>
              <a:gd name="connsiteY5" fmla="*/ 4640 h 20969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31151" h="2096908">
                <a:moveTo>
                  <a:pt x="186163" y="0"/>
                </a:moveTo>
                <a:cubicBezTo>
                  <a:pt x="883663" y="24692"/>
                  <a:pt x="1675023" y="432572"/>
                  <a:pt x="2469297" y="1411265"/>
                </a:cubicBezTo>
                <a:cubicBezTo>
                  <a:pt x="2632187" y="1610943"/>
                  <a:pt x="2819757" y="1809855"/>
                  <a:pt x="3026909" y="2004423"/>
                </a:cubicBezTo>
                <a:lnTo>
                  <a:pt x="3131151" y="2096908"/>
                </a:lnTo>
                <a:lnTo>
                  <a:pt x="0" y="2096908"/>
                </a:lnTo>
                <a:lnTo>
                  <a:pt x="0" y="4640"/>
                </a:lnTo>
                <a:close/>
              </a:path>
            </a:pathLst>
          </a:custGeom>
          <a:gradFill flip="none" rotWithShape="1">
            <a:gsLst>
              <a:gs pos="47000">
                <a:schemeClr val="accent6">
                  <a:alpha val="51365"/>
                </a:schemeClr>
              </a:gs>
              <a:gs pos="100000">
                <a:schemeClr val="accent4">
                  <a:alpha val="24386"/>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solidFill>
                <a:schemeClr val="tx1"/>
              </a:solidFill>
            </a:endParaRPr>
          </a:p>
        </p:txBody>
      </p:sp>
    </p:spTree>
    <p:extLst>
      <p:ext uri="{BB962C8B-B14F-4D97-AF65-F5344CB8AC3E}">
        <p14:creationId xmlns:p14="http://schemas.microsoft.com/office/powerpoint/2010/main" val="429384304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secHead" preserve="1">
  <p:cSld name="Clos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DFA2E8-50A1-4465-AC33-6FAC0E7736E9}"/>
              </a:ext>
            </a:extLst>
          </p:cNvPr>
          <p:cNvSpPr>
            <a:spLocks noGrp="1"/>
          </p:cNvSpPr>
          <p:nvPr>
            <p:ph type="title"/>
          </p:nvPr>
        </p:nvSpPr>
        <p:spPr>
          <a:xfrm>
            <a:off x="6592824" y="1856232"/>
            <a:ext cx="4718304" cy="1069848"/>
          </a:xfrm>
        </p:spPr>
        <p:txBody>
          <a:bodyPr anchor="b">
            <a:noAutofit/>
          </a:bodyPr>
          <a:lstStyle>
            <a:lvl1pPr>
              <a:defRPr sz="4800"/>
            </a:lvl1pPr>
          </a:lstStyle>
          <a:p>
            <a:r>
              <a:rPr lang="en-US"/>
              <a:t>Click to edit Master title style</a:t>
            </a:r>
          </a:p>
        </p:txBody>
      </p:sp>
      <p:sp>
        <p:nvSpPr>
          <p:cNvPr id="3" name="Text Placeholder 2">
            <a:extLst>
              <a:ext uri="{FF2B5EF4-FFF2-40B4-BE49-F238E27FC236}">
                <a16:creationId xmlns:a16="http://schemas.microsoft.com/office/drawing/2014/main" id="{2E65DE34-CDB7-41F7-A95A-592B99558C69}"/>
              </a:ext>
            </a:extLst>
          </p:cNvPr>
          <p:cNvSpPr>
            <a:spLocks noGrp="1"/>
          </p:cNvSpPr>
          <p:nvPr>
            <p:ph type="body" idx="1"/>
          </p:nvPr>
        </p:nvSpPr>
        <p:spPr>
          <a:xfrm>
            <a:off x="6601968" y="3374136"/>
            <a:ext cx="4709160" cy="2395728"/>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Freeform 14">
            <a:extLst>
              <a:ext uri="{FF2B5EF4-FFF2-40B4-BE49-F238E27FC236}">
                <a16:creationId xmlns:a16="http://schemas.microsoft.com/office/drawing/2014/main" id="{907BDD9A-3C2A-A21B-A425-1BB45BF5C103}"/>
              </a:ext>
            </a:extLst>
          </p:cNvPr>
          <p:cNvSpPr/>
          <p:nvPr userDrawn="1"/>
        </p:nvSpPr>
        <p:spPr>
          <a:xfrm rot="5400000" flipH="1" flipV="1">
            <a:off x="-1248967" y="1248969"/>
            <a:ext cx="6858000" cy="4360065"/>
          </a:xfrm>
          <a:custGeom>
            <a:avLst/>
            <a:gdLst>
              <a:gd name="connsiteX0" fmla="*/ 6858000 w 6858000"/>
              <a:gd name="connsiteY0" fmla="*/ 0 h 4360065"/>
              <a:gd name="connsiteX1" fmla="*/ 6858000 w 6858000"/>
              <a:gd name="connsiteY1" fmla="*/ 4019634 h 4360065"/>
              <a:gd name="connsiteX2" fmla="*/ 6786526 w 6858000"/>
              <a:gd name="connsiteY2" fmla="*/ 3987694 h 4360065"/>
              <a:gd name="connsiteX3" fmla="*/ 4380589 w 6858000"/>
              <a:gd name="connsiteY3" fmla="*/ 3270469 h 4360065"/>
              <a:gd name="connsiteX4" fmla="*/ 1148443 w 6858000"/>
              <a:gd name="connsiteY4" fmla="*/ 4360028 h 4360065"/>
              <a:gd name="connsiteX5" fmla="*/ 93033 w 6858000"/>
              <a:gd name="connsiteY5" fmla="*/ 4174462 h 4360065"/>
              <a:gd name="connsiteX6" fmla="*/ 0 w 6858000"/>
              <a:gd name="connsiteY6" fmla="*/ 4134599 h 4360065"/>
              <a:gd name="connsiteX7" fmla="*/ 0 w 6858000"/>
              <a:gd name="connsiteY7" fmla="*/ 0 h 4360065"/>
              <a:gd name="connsiteX8" fmla="*/ 6858000 w 6858000"/>
              <a:gd name="connsiteY8" fmla="*/ 0 h 43600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8000" h="4360065">
                <a:moveTo>
                  <a:pt x="6858000" y="0"/>
                </a:moveTo>
                <a:lnTo>
                  <a:pt x="6858000" y="4019634"/>
                </a:lnTo>
                <a:lnTo>
                  <a:pt x="6786526" y="3987694"/>
                </a:lnTo>
                <a:cubicBezTo>
                  <a:pt x="6330423" y="3769997"/>
                  <a:pt x="5587519" y="3251791"/>
                  <a:pt x="4380589" y="3270469"/>
                </a:cubicBezTo>
                <a:cubicBezTo>
                  <a:pt x="3001241" y="3291816"/>
                  <a:pt x="2442968" y="4353863"/>
                  <a:pt x="1148443" y="4360028"/>
                </a:cubicBezTo>
                <a:cubicBezTo>
                  <a:pt x="743904" y="4361955"/>
                  <a:pt x="389317" y="4288650"/>
                  <a:pt x="93033" y="4174462"/>
                </a:cubicBezTo>
                <a:lnTo>
                  <a:pt x="0" y="4134599"/>
                </a:lnTo>
                <a:lnTo>
                  <a:pt x="0" y="0"/>
                </a:lnTo>
                <a:lnTo>
                  <a:pt x="6858000" y="0"/>
                </a:lnTo>
                <a:close/>
              </a:path>
            </a:pathLst>
          </a:custGeom>
          <a:solidFill>
            <a:schemeClr val="accent4">
              <a:alpha val="1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8" name="Freeform 16">
            <a:extLst>
              <a:ext uri="{FF2B5EF4-FFF2-40B4-BE49-F238E27FC236}">
                <a16:creationId xmlns:a16="http://schemas.microsoft.com/office/drawing/2014/main" id="{989D7F61-B47A-97D5-F725-EC5EFE81187A}"/>
              </a:ext>
            </a:extLst>
          </p:cNvPr>
          <p:cNvSpPr/>
          <p:nvPr userDrawn="1"/>
        </p:nvSpPr>
        <p:spPr>
          <a:xfrm rot="16200000" flipH="1">
            <a:off x="-952024" y="952025"/>
            <a:ext cx="6858000" cy="4953950"/>
          </a:xfrm>
          <a:custGeom>
            <a:avLst/>
            <a:gdLst>
              <a:gd name="connsiteX0" fmla="*/ 0 w 6858000"/>
              <a:gd name="connsiteY0" fmla="*/ 0 h 4953950"/>
              <a:gd name="connsiteX1" fmla="*/ 0 w 6858000"/>
              <a:gd name="connsiteY1" fmla="*/ 4289773 h 4953950"/>
              <a:gd name="connsiteX2" fmla="*/ 181159 w 6858000"/>
              <a:gd name="connsiteY2" fmla="*/ 4411259 h 4953950"/>
              <a:gd name="connsiteX3" fmla="*/ 2222746 w 6858000"/>
              <a:gd name="connsiteY3" fmla="*/ 4953891 h 4953950"/>
              <a:gd name="connsiteX4" fmla="*/ 6808516 w 6858000"/>
              <a:gd name="connsiteY4" fmla="*/ 3223031 h 4953950"/>
              <a:gd name="connsiteX5" fmla="*/ 6858000 w 6858000"/>
              <a:gd name="connsiteY5" fmla="*/ 3220931 h 4953950"/>
              <a:gd name="connsiteX6" fmla="*/ 6858000 w 6858000"/>
              <a:gd name="connsiteY6" fmla="*/ 0 h 4953950"/>
              <a:gd name="connsiteX7" fmla="*/ 0 w 6858000"/>
              <a:gd name="connsiteY7" fmla="*/ 0 h 4953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58000" h="4953950">
                <a:moveTo>
                  <a:pt x="0" y="0"/>
                </a:moveTo>
                <a:lnTo>
                  <a:pt x="0" y="4289773"/>
                </a:lnTo>
                <a:lnTo>
                  <a:pt x="181159" y="4411259"/>
                </a:lnTo>
                <a:cubicBezTo>
                  <a:pt x="694541" y="4727180"/>
                  <a:pt x="1386349" y="4958196"/>
                  <a:pt x="2222746" y="4953891"/>
                </a:cubicBezTo>
                <a:cubicBezTo>
                  <a:pt x="4074768" y="4944360"/>
                  <a:pt x="4906383" y="3353427"/>
                  <a:pt x="6808516" y="3223031"/>
                </a:cubicBezTo>
                <a:lnTo>
                  <a:pt x="6858000" y="3220931"/>
                </a:lnTo>
                <a:lnTo>
                  <a:pt x="6858000" y="0"/>
                </a:lnTo>
                <a:lnTo>
                  <a:pt x="0" y="0"/>
                </a:lnTo>
                <a:close/>
              </a:path>
            </a:pathLst>
          </a:custGeom>
          <a:gradFill flip="none" rotWithShape="1">
            <a:gsLst>
              <a:gs pos="20000">
                <a:schemeClr val="accent6">
                  <a:alpha val="52965"/>
                </a:schemeClr>
              </a:gs>
              <a:gs pos="90000">
                <a:schemeClr val="accent5">
                  <a:lumMod val="50000"/>
                  <a:alpha val="72473"/>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9" name="Freeform 17">
            <a:extLst>
              <a:ext uri="{FF2B5EF4-FFF2-40B4-BE49-F238E27FC236}">
                <a16:creationId xmlns:a16="http://schemas.microsoft.com/office/drawing/2014/main" id="{A70008D0-0FB3-5B8D-3060-6EDD9E247095}"/>
              </a:ext>
            </a:extLst>
          </p:cNvPr>
          <p:cNvSpPr/>
          <p:nvPr userDrawn="1"/>
        </p:nvSpPr>
        <p:spPr>
          <a:xfrm rot="16200000" flipH="1">
            <a:off x="-1513890" y="1513891"/>
            <a:ext cx="6858000" cy="3830219"/>
          </a:xfrm>
          <a:custGeom>
            <a:avLst/>
            <a:gdLst>
              <a:gd name="connsiteX0" fmla="*/ 0 w 6858000"/>
              <a:gd name="connsiteY0" fmla="*/ 0 h 3830219"/>
              <a:gd name="connsiteX1" fmla="*/ 0 w 6858000"/>
              <a:gd name="connsiteY1" fmla="*/ 2994317 h 3830219"/>
              <a:gd name="connsiteX2" fmla="*/ 150933 w 6858000"/>
              <a:gd name="connsiteY2" fmla="*/ 2952927 h 3830219"/>
              <a:gd name="connsiteX3" fmla="*/ 533317 w 6858000"/>
              <a:gd name="connsiteY3" fmla="*/ 2907735 h 3830219"/>
              <a:gd name="connsiteX4" fmla="*/ 2516906 w 6858000"/>
              <a:gd name="connsiteY4" fmla="*/ 3558655 h 3830219"/>
              <a:gd name="connsiteX5" fmla="*/ 2542419 w 6858000"/>
              <a:gd name="connsiteY5" fmla="*/ 3568616 h 3830219"/>
              <a:gd name="connsiteX6" fmla="*/ 2607100 w 6858000"/>
              <a:gd name="connsiteY6" fmla="*/ 3608308 h 3830219"/>
              <a:gd name="connsiteX7" fmla="*/ 3580199 w 6858000"/>
              <a:gd name="connsiteY7" fmla="*/ 3830188 h 3830219"/>
              <a:gd name="connsiteX8" fmla="*/ 6145368 w 6858000"/>
              <a:gd name="connsiteY8" fmla="*/ 2895740 h 3830219"/>
              <a:gd name="connsiteX9" fmla="*/ 6711794 w 6858000"/>
              <a:gd name="connsiteY9" fmla="*/ 2941805 h 3830219"/>
              <a:gd name="connsiteX10" fmla="*/ 6858000 w 6858000"/>
              <a:gd name="connsiteY10" fmla="*/ 2973381 h 3830219"/>
              <a:gd name="connsiteX11" fmla="*/ 6858000 w 6858000"/>
              <a:gd name="connsiteY11" fmla="*/ 0 h 3830219"/>
              <a:gd name="connsiteX12" fmla="*/ 0 w 6858000"/>
              <a:gd name="connsiteY12" fmla="*/ 0 h 3830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858000" h="3830219">
                <a:moveTo>
                  <a:pt x="0" y="0"/>
                </a:moveTo>
                <a:lnTo>
                  <a:pt x="0" y="2994317"/>
                </a:lnTo>
                <a:lnTo>
                  <a:pt x="150933" y="2952927"/>
                </a:lnTo>
                <a:cubicBezTo>
                  <a:pt x="269822" y="2926258"/>
                  <a:pt x="396478" y="2910024"/>
                  <a:pt x="533317" y="2907735"/>
                </a:cubicBezTo>
                <a:cubicBezTo>
                  <a:pt x="1559606" y="2890571"/>
                  <a:pt x="2163137" y="3401988"/>
                  <a:pt x="2516906" y="3558655"/>
                </a:cubicBezTo>
                <a:lnTo>
                  <a:pt x="2542419" y="3568616"/>
                </a:lnTo>
                <a:lnTo>
                  <a:pt x="2607100" y="3608308"/>
                </a:lnTo>
                <a:cubicBezTo>
                  <a:pt x="2866745" y="3741243"/>
                  <a:pt x="3194928" y="3832171"/>
                  <a:pt x="3580199" y="3830188"/>
                </a:cubicBezTo>
                <a:cubicBezTo>
                  <a:pt x="4607589" y="3824901"/>
                  <a:pt x="5050658" y="2914049"/>
                  <a:pt x="6145368" y="2895740"/>
                </a:cubicBezTo>
                <a:cubicBezTo>
                  <a:pt x="6350626" y="2892307"/>
                  <a:pt x="6538973" y="2910018"/>
                  <a:pt x="6711794" y="2941805"/>
                </a:cubicBezTo>
                <a:lnTo>
                  <a:pt x="6858000" y="2973381"/>
                </a:lnTo>
                <a:lnTo>
                  <a:pt x="6858000" y="0"/>
                </a:lnTo>
                <a:lnTo>
                  <a:pt x="0" y="0"/>
                </a:lnTo>
                <a:close/>
              </a:path>
            </a:pathLst>
          </a:custGeom>
          <a:gradFill>
            <a:gsLst>
              <a:gs pos="45000">
                <a:schemeClr val="accent6">
                  <a:alpha val="29951"/>
                </a:schemeClr>
              </a:gs>
              <a:gs pos="99000">
                <a:schemeClr val="accent4">
                  <a:lumMod val="75000"/>
                  <a:alpha val="27340"/>
                </a:schemeClr>
              </a:gs>
            </a:gsLst>
            <a:path path="circle">
              <a:fillToRect l="100000" t="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cxnSp>
        <p:nvCxnSpPr>
          <p:cNvPr id="10" name="Straight Connector 9">
            <a:extLst>
              <a:ext uri="{FF2B5EF4-FFF2-40B4-BE49-F238E27FC236}">
                <a16:creationId xmlns:a16="http://schemas.microsoft.com/office/drawing/2014/main" id="{4CA6FFAC-0E5C-DA2F-C0F9-D5602F928AEC}"/>
              </a:ext>
            </a:extLst>
          </p:cNvPr>
          <p:cNvCxnSpPr>
            <a:cxnSpLocks/>
          </p:cNvCxnSpPr>
          <p:nvPr userDrawn="1"/>
        </p:nvCxnSpPr>
        <p:spPr>
          <a:xfrm rot="5400000">
            <a:off x="7545111" y="2275586"/>
            <a:ext cx="0" cy="165518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0263503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2F7D74-558F-4816-9367-4004FFA2B6A4}"/>
              </a:ext>
            </a:extLst>
          </p:cNvPr>
          <p:cNvSpPr>
            <a:spLocks noGrp="1"/>
          </p:cNvSpPr>
          <p:nvPr>
            <p:ph type="title"/>
          </p:nvPr>
        </p:nvSpPr>
        <p:spPr/>
        <p:txBody>
          <a:bodyPr>
            <a:normAutofit/>
          </a:bodyPr>
          <a:lstStyle>
            <a:lvl1pPr>
              <a:defRPr sz="4000"/>
            </a:lvl1pPr>
          </a:lstStyle>
          <a:p>
            <a:r>
              <a:rPr lang="en-US"/>
              <a:t>Click to edit Master title style</a:t>
            </a:r>
          </a:p>
        </p:txBody>
      </p:sp>
      <p:sp>
        <p:nvSpPr>
          <p:cNvPr id="3" name="Content Placeholder 2">
            <a:extLst>
              <a:ext uri="{FF2B5EF4-FFF2-40B4-BE49-F238E27FC236}">
                <a16:creationId xmlns:a16="http://schemas.microsoft.com/office/drawing/2014/main" id="{56069ADF-8CD9-4E77-BB8D-70D8824C5AE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75F077D-E901-4AA9-B062-1C37FF407BF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BE7B5E76-E101-4994-92F5-1F540EB16AB0}"/>
              </a:ext>
            </a:extLst>
          </p:cNvPr>
          <p:cNvSpPr>
            <a:spLocks noGrp="1"/>
          </p:cNvSpPr>
          <p:nvPr>
            <p:ph type="ftr" sz="quarter" idx="11"/>
          </p:nvPr>
        </p:nvSpPr>
        <p:spPr/>
        <p:txBody>
          <a:bodyPr/>
          <a:lstStyle/>
          <a:p>
            <a:r>
              <a:rPr lang="en-US"/>
              <a:t>Crypto: investing &amp; trading</a:t>
            </a:r>
          </a:p>
        </p:txBody>
      </p:sp>
      <p:sp>
        <p:nvSpPr>
          <p:cNvPr id="7" name="Slide Number Placeholder 6">
            <a:extLst>
              <a:ext uri="{FF2B5EF4-FFF2-40B4-BE49-F238E27FC236}">
                <a16:creationId xmlns:a16="http://schemas.microsoft.com/office/drawing/2014/main" id="{E249F242-2699-411D-B3F7-3D6D480E4955}"/>
              </a:ext>
            </a:extLst>
          </p:cNvPr>
          <p:cNvSpPr>
            <a:spLocks noGrp="1"/>
          </p:cNvSpPr>
          <p:nvPr>
            <p:ph type="sldNum" sz="quarter" idx="12"/>
          </p:nvPr>
        </p:nvSpPr>
        <p:spPr/>
        <p:txBody>
          <a:bodyPr/>
          <a:lstStyle/>
          <a:p>
            <a:fld id="{294A09A9-5501-47C1-A89A-A340965A2BE2}" type="slidenum">
              <a:rPr lang="en-US" smtClean="0"/>
              <a:t>‹#›</a:t>
            </a:fld>
            <a:endParaRPr lang="en-US"/>
          </a:p>
        </p:txBody>
      </p:sp>
    </p:spTree>
    <p:extLst>
      <p:ext uri="{BB962C8B-B14F-4D97-AF65-F5344CB8AC3E}">
        <p14:creationId xmlns:p14="http://schemas.microsoft.com/office/powerpoint/2010/main" val="301069436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5ED18-7A07-47F1-8056-CD86B076AFE2}"/>
              </a:ext>
            </a:extLst>
          </p:cNvPr>
          <p:cNvSpPr>
            <a:spLocks noGrp="1"/>
          </p:cNvSpPr>
          <p:nvPr>
            <p:ph type="title"/>
          </p:nvPr>
        </p:nvSpPr>
        <p:spPr/>
        <p:txBody>
          <a:bodyPr/>
          <a:lstStyle/>
          <a:p>
            <a:r>
              <a:rPr lang="en-US"/>
              <a:t>Click to edit Master title style</a:t>
            </a:r>
          </a:p>
        </p:txBody>
      </p:sp>
      <p:sp>
        <p:nvSpPr>
          <p:cNvPr id="4" name="Footer Placeholder 3">
            <a:extLst>
              <a:ext uri="{FF2B5EF4-FFF2-40B4-BE49-F238E27FC236}">
                <a16:creationId xmlns:a16="http://schemas.microsoft.com/office/drawing/2014/main" id="{96356206-85FD-45F5-A1F7-128DB34C860F}"/>
              </a:ext>
            </a:extLst>
          </p:cNvPr>
          <p:cNvSpPr>
            <a:spLocks noGrp="1"/>
          </p:cNvSpPr>
          <p:nvPr>
            <p:ph type="ftr" sz="quarter" idx="11"/>
          </p:nvPr>
        </p:nvSpPr>
        <p:spPr/>
        <p:txBody>
          <a:bodyPr/>
          <a:lstStyle/>
          <a:p>
            <a:r>
              <a:rPr lang="en-US"/>
              <a:t>Crypto: investing &amp; trading</a:t>
            </a:r>
          </a:p>
        </p:txBody>
      </p:sp>
      <p:sp>
        <p:nvSpPr>
          <p:cNvPr id="5" name="Slide Number Placeholder 4">
            <a:extLst>
              <a:ext uri="{FF2B5EF4-FFF2-40B4-BE49-F238E27FC236}">
                <a16:creationId xmlns:a16="http://schemas.microsoft.com/office/drawing/2014/main" id="{0203763F-C8CD-4BCB-9A0A-B10F000BC1DB}"/>
              </a:ext>
            </a:extLst>
          </p:cNvPr>
          <p:cNvSpPr>
            <a:spLocks noGrp="1"/>
          </p:cNvSpPr>
          <p:nvPr>
            <p:ph type="sldNum" sz="quarter" idx="12"/>
          </p:nvPr>
        </p:nvSpPr>
        <p:spPr/>
        <p:txBody>
          <a:bodyPr/>
          <a:lstStyle/>
          <a:p>
            <a:fld id="{294A09A9-5501-47C1-A89A-A340965A2BE2}" type="slidenum">
              <a:rPr lang="en-US" smtClean="0"/>
              <a:t>‹#›</a:t>
            </a:fld>
            <a:endParaRPr lang="en-US"/>
          </a:p>
        </p:txBody>
      </p:sp>
    </p:spTree>
    <p:extLst>
      <p:ext uri="{BB962C8B-B14F-4D97-AF65-F5344CB8AC3E}">
        <p14:creationId xmlns:p14="http://schemas.microsoft.com/office/powerpoint/2010/main" val="147694759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7AC6CA6E-C1AB-4B24-80C7-A4B12640BE6F}"/>
              </a:ext>
            </a:extLst>
          </p:cNvPr>
          <p:cNvSpPr>
            <a:spLocks noGrp="1"/>
          </p:cNvSpPr>
          <p:nvPr>
            <p:ph type="ftr" sz="quarter" idx="11"/>
          </p:nvPr>
        </p:nvSpPr>
        <p:spPr/>
        <p:txBody>
          <a:bodyPr/>
          <a:lstStyle/>
          <a:p>
            <a:r>
              <a:rPr lang="en-US"/>
              <a:t>Crypto: investing &amp; trading</a:t>
            </a:r>
          </a:p>
        </p:txBody>
      </p:sp>
      <p:sp>
        <p:nvSpPr>
          <p:cNvPr id="4" name="Slide Number Placeholder 3">
            <a:extLst>
              <a:ext uri="{FF2B5EF4-FFF2-40B4-BE49-F238E27FC236}">
                <a16:creationId xmlns:a16="http://schemas.microsoft.com/office/drawing/2014/main" id="{4F5EFB41-7AD3-4519-95E7-416BFA1AECAB}"/>
              </a:ext>
            </a:extLst>
          </p:cNvPr>
          <p:cNvSpPr>
            <a:spLocks noGrp="1"/>
          </p:cNvSpPr>
          <p:nvPr>
            <p:ph type="sldNum" sz="quarter" idx="12"/>
          </p:nvPr>
        </p:nvSpPr>
        <p:spPr/>
        <p:txBody>
          <a:bodyPr/>
          <a:lstStyle/>
          <a:p>
            <a:fld id="{294A09A9-5501-47C1-A89A-A340965A2BE2}" type="slidenum">
              <a:rPr lang="en-US" smtClean="0"/>
              <a:t>‹#›</a:t>
            </a:fld>
            <a:endParaRPr lang="en-US"/>
          </a:p>
        </p:txBody>
      </p:sp>
    </p:spTree>
    <p:extLst>
      <p:ext uri="{BB962C8B-B14F-4D97-AF65-F5344CB8AC3E}">
        <p14:creationId xmlns:p14="http://schemas.microsoft.com/office/powerpoint/2010/main" val="287510722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BD6A3-F987-4FCC-A6EF-2EF0D33C088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C3F06A0-63CE-4272-B90E-4F20296BFBE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8467220-06E3-427A-B4D3-9B0030E09D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F5AEF53B-C85C-47DB-ADE4-C1D9FA682945}"/>
              </a:ext>
            </a:extLst>
          </p:cNvPr>
          <p:cNvSpPr>
            <a:spLocks noGrp="1"/>
          </p:cNvSpPr>
          <p:nvPr>
            <p:ph type="ftr" sz="quarter" idx="11"/>
          </p:nvPr>
        </p:nvSpPr>
        <p:spPr/>
        <p:txBody>
          <a:bodyPr/>
          <a:lstStyle/>
          <a:p>
            <a:r>
              <a:rPr lang="en-US"/>
              <a:t>Crypto: investing &amp; trading</a:t>
            </a:r>
          </a:p>
        </p:txBody>
      </p:sp>
      <p:sp>
        <p:nvSpPr>
          <p:cNvPr id="7" name="Slide Number Placeholder 6">
            <a:extLst>
              <a:ext uri="{FF2B5EF4-FFF2-40B4-BE49-F238E27FC236}">
                <a16:creationId xmlns:a16="http://schemas.microsoft.com/office/drawing/2014/main" id="{DFD4FD38-14E5-4C36-B948-8BF3F794ED8C}"/>
              </a:ext>
            </a:extLst>
          </p:cNvPr>
          <p:cNvSpPr>
            <a:spLocks noGrp="1"/>
          </p:cNvSpPr>
          <p:nvPr>
            <p:ph type="sldNum" sz="quarter" idx="12"/>
          </p:nvPr>
        </p:nvSpPr>
        <p:spPr/>
        <p:txBody>
          <a:bodyPr/>
          <a:lstStyle/>
          <a:p>
            <a:fld id="{294A09A9-5501-47C1-A89A-A340965A2BE2}" type="slidenum">
              <a:rPr lang="en-US" smtClean="0"/>
              <a:t>‹#›</a:t>
            </a:fld>
            <a:endParaRPr lang="en-US"/>
          </a:p>
        </p:txBody>
      </p:sp>
    </p:spTree>
    <p:extLst>
      <p:ext uri="{BB962C8B-B14F-4D97-AF65-F5344CB8AC3E}">
        <p14:creationId xmlns:p14="http://schemas.microsoft.com/office/powerpoint/2010/main" val="79920054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308F2A-1C19-4116-80DF-E24EDDF283F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8A489A7-7CA6-4CC9-B634-FCB2E102C6B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DF5F80D-1DB9-4E0A-8F68-924FC1C9C3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08DA4DA3-10C7-48A6-9B15-38222B8CAD42}"/>
              </a:ext>
            </a:extLst>
          </p:cNvPr>
          <p:cNvSpPr>
            <a:spLocks noGrp="1"/>
          </p:cNvSpPr>
          <p:nvPr>
            <p:ph type="ftr" sz="quarter" idx="11"/>
          </p:nvPr>
        </p:nvSpPr>
        <p:spPr/>
        <p:txBody>
          <a:bodyPr/>
          <a:lstStyle/>
          <a:p>
            <a:r>
              <a:rPr lang="en-US"/>
              <a:t>Crypto: investing &amp; trading</a:t>
            </a:r>
          </a:p>
        </p:txBody>
      </p:sp>
      <p:sp>
        <p:nvSpPr>
          <p:cNvPr id="7" name="Slide Number Placeholder 6">
            <a:extLst>
              <a:ext uri="{FF2B5EF4-FFF2-40B4-BE49-F238E27FC236}">
                <a16:creationId xmlns:a16="http://schemas.microsoft.com/office/drawing/2014/main" id="{E584E7EE-5B3B-427E-9807-020AEF8C7662}"/>
              </a:ext>
            </a:extLst>
          </p:cNvPr>
          <p:cNvSpPr>
            <a:spLocks noGrp="1"/>
          </p:cNvSpPr>
          <p:nvPr>
            <p:ph type="sldNum" sz="quarter" idx="12"/>
          </p:nvPr>
        </p:nvSpPr>
        <p:spPr/>
        <p:txBody>
          <a:bodyPr/>
          <a:lstStyle/>
          <a:p>
            <a:fld id="{294A09A9-5501-47C1-A89A-A340965A2BE2}" type="slidenum">
              <a:rPr lang="en-US" smtClean="0"/>
              <a:t>‹#›</a:t>
            </a:fld>
            <a:endParaRPr lang="en-US"/>
          </a:p>
        </p:txBody>
      </p:sp>
    </p:spTree>
    <p:extLst>
      <p:ext uri="{BB962C8B-B14F-4D97-AF65-F5344CB8AC3E}">
        <p14:creationId xmlns:p14="http://schemas.microsoft.com/office/powerpoint/2010/main" val="4351659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3">
            <a:lumMod val="25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198F9AA-2C87-421D-97C1-B4248DFDC2C2}"/>
              </a:ext>
            </a:extLst>
          </p:cNvPr>
          <p:cNvSpPr>
            <a:spLocks noGrp="1"/>
          </p:cNvSpPr>
          <p:nvPr>
            <p:ph type="title"/>
          </p:nvPr>
        </p:nvSpPr>
        <p:spPr>
          <a:xfrm>
            <a:off x="850392" y="832104"/>
            <a:ext cx="10881360" cy="1069848"/>
          </a:xfrm>
          <a:prstGeom prst="rect">
            <a:avLst/>
          </a:prstGeom>
        </p:spPr>
        <p:txBody>
          <a:bodyPr vert="horz" lIns="91440" tIns="45720" rIns="91440" bIns="45720" rtlCol="0" anchor="ctr">
            <a:noAutofit/>
          </a:bodyPr>
          <a:lstStyle/>
          <a:p>
            <a:r>
              <a:rPr lang="en-US"/>
              <a:t>Click to edit Master title style</a:t>
            </a:r>
          </a:p>
        </p:txBody>
      </p:sp>
      <p:sp>
        <p:nvSpPr>
          <p:cNvPr id="3" name="Text Placeholder 2">
            <a:extLst>
              <a:ext uri="{FF2B5EF4-FFF2-40B4-BE49-F238E27FC236}">
                <a16:creationId xmlns:a16="http://schemas.microsoft.com/office/drawing/2014/main" id="{AE98FC63-C8D2-4CE6-A3F1-EE8ED24590C4}"/>
              </a:ext>
            </a:extLst>
          </p:cNvPr>
          <p:cNvSpPr>
            <a:spLocks noGrp="1"/>
          </p:cNvSpPr>
          <p:nvPr>
            <p:ph type="body" idx="1"/>
          </p:nvPr>
        </p:nvSpPr>
        <p:spPr>
          <a:xfrm>
            <a:off x="1014984" y="2212848"/>
            <a:ext cx="10332720" cy="3547872"/>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CDC57CF0-034F-450D-937C-718D5AF1A059}"/>
              </a:ext>
            </a:extLst>
          </p:cNvPr>
          <p:cNvSpPr>
            <a:spLocks noGrp="1"/>
          </p:cNvSpPr>
          <p:nvPr>
            <p:ph type="sldNum" sz="quarter" idx="4"/>
          </p:nvPr>
        </p:nvSpPr>
        <p:spPr>
          <a:xfrm>
            <a:off x="329184" y="411480"/>
            <a:ext cx="521208" cy="310896"/>
          </a:xfrm>
          <a:prstGeom prst="rect">
            <a:avLst/>
          </a:prstGeom>
        </p:spPr>
        <p:txBody>
          <a:bodyPr vert="horz" lIns="91440" tIns="45720" rIns="91440" bIns="45720" rtlCol="0" anchor="ctr">
            <a:noAutofit/>
          </a:bodyPr>
          <a:lstStyle>
            <a:lvl1pPr algn="ctr">
              <a:defRPr sz="1200" b="0" i="0">
                <a:solidFill>
                  <a:schemeClr val="bg1"/>
                </a:solidFill>
                <a:latin typeface="+mn-lt"/>
                <a:cs typeface="Segoe UI Light" panose="020B0502040204020203" pitchFamily="34" charset="0"/>
              </a:defRPr>
            </a:lvl1pPr>
          </a:lstStyle>
          <a:p>
            <a:fld id="{294A09A9-5501-47C1-A89A-A340965A2BE2}" type="slidenum">
              <a:rPr lang="en-US" smtClean="0"/>
              <a:pPr/>
              <a:t>‹#›</a:t>
            </a:fld>
            <a:endParaRPr lang="en-US"/>
          </a:p>
        </p:txBody>
      </p:sp>
      <p:sp>
        <p:nvSpPr>
          <p:cNvPr id="5" name="Footer Placeholder 4">
            <a:extLst>
              <a:ext uri="{FF2B5EF4-FFF2-40B4-BE49-F238E27FC236}">
                <a16:creationId xmlns:a16="http://schemas.microsoft.com/office/drawing/2014/main" id="{60567522-C3B6-46EB-A361-BEC2510B00CA}"/>
              </a:ext>
            </a:extLst>
          </p:cNvPr>
          <p:cNvSpPr>
            <a:spLocks noGrp="1"/>
          </p:cNvSpPr>
          <p:nvPr>
            <p:ph type="ftr" sz="quarter" idx="3"/>
          </p:nvPr>
        </p:nvSpPr>
        <p:spPr>
          <a:xfrm>
            <a:off x="466344" y="6190488"/>
            <a:ext cx="2331720" cy="274320"/>
          </a:xfrm>
          <a:prstGeom prst="rect">
            <a:avLst/>
          </a:prstGeom>
        </p:spPr>
        <p:txBody>
          <a:bodyPr vert="horz" lIns="91440" tIns="45720" rIns="91440" bIns="45720" rtlCol="0" anchor="ctr">
            <a:noAutofit/>
          </a:bodyPr>
          <a:lstStyle>
            <a:lvl1pPr algn="l">
              <a:defRPr sz="1200" b="0" i="0">
                <a:solidFill>
                  <a:schemeClr val="bg1"/>
                </a:solidFill>
                <a:latin typeface="+mn-lt"/>
                <a:cs typeface="Segoe UI Light" panose="020B0502040204020203" pitchFamily="34" charset="0"/>
              </a:defRPr>
            </a:lvl1pPr>
          </a:lstStyle>
          <a:p>
            <a:r>
              <a:rPr lang="en-US"/>
              <a:t>Crypto: investing &amp; trading</a:t>
            </a:r>
          </a:p>
        </p:txBody>
      </p:sp>
      <p:cxnSp>
        <p:nvCxnSpPr>
          <p:cNvPr id="7" name="Straight Connector 6">
            <a:extLst>
              <a:ext uri="{FF2B5EF4-FFF2-40B4-BE49-F238E27FC236}">
                <a16:creationId xmlns:a16="http://schemas.microsoft.com/office/drawing/2014/main" id="{2BA4A2D6-617E-EEA3-E4EE-5BDB472F6A43}"/>
              </a:ext>
            </a:extLst>
          </p:cNvPr>
          <p:cNvCxnSpPr>
            <a:cxnSpLocks/>
          </p:cNvCxnSpPr>
          <p:nvPr userDrawn="1"/>
        </p:nvCxnSpPr>
        <p:spPr>
          <a:xfrm>
            <a:off x="594170" y="846661"/>
            <a:ext cx="0" cy="5111012"/>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8353970"/>
      </p:ext>
    </p:extLst>
  </p:cSld>
  <p:clrMap bg1="lt1" tx1="dk1" bg2="lt2" tx2="dk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70" r:id="rId7"/>
    <p:sldLayoutId id="2147483669" r:id="rId8"/>
    <p:sldLayoutId id="2147483653" r:id="rId9"/>
    <p:sldLayoutId id="2147483665" r:id="rId10"/>
    <p:sldLayoutId id="2147483666" r:id="rId11"/>
    <p:sldLayoutId id="2147483667" r:id="rId12"/>
    <p:sldLayoutId id="2147483668" r:id="rId13"/>
    <p:sldLayoutId id="2147483651" r:id="rId14"/>
    <p:sldLayoutId id="2147483652" r:id="rId15"/>
    <p:sldLayoutId id="2147483654" r:id="rId16"/>
    <p:sldLayoutId id="2147483655" r:id="rId17"/>
    <p:sldLayoutId id="2147483656" r:id="rId18"/>
    <p:sldLayoutId id="2147483657" r:id="rId19"/>
  </p:sldLayoutIdLst>
  <p:hf hdr="0" dt="0"/>
  <p:txStyles>
    <p:titleStyle>
      <a:lvl1pPr algn="l" defTabSz="914400" rtl="0" eaLnBrk="1" latinLnBrk="0" hangingPunct="1">
        <a:lnSpc>
          <a:spcPct val="90000"/>
        </a:lnSpc>
        <a:spcBef>
          <a:spcPct val="0"/>
        </a:spcBef>
        <a:buNone/>
        <a:defRPr sz="4000" b="1" kern="1200" cap="all" spc="600" baseline="0">
          <a:solidFill>
            <a:schemeClr val="bg1"/>
          </a:solidFill>
          <a:latin typeface="+mj-lt"/>
          <a:ea typeface="+mj-ea"/>
          <a:cs typeface="+mj-cs"/>
        </a:defRPr>
      </a:lvl1pPr>
    </p:titleStyle>
    <p:bodyStyle>
      <a:lvl1pPr marL="228600" indent="-347472" algn="l" defTabSz="914400" rtl="0" eaLnBrk="1" latinLnBrk="0" hangingPunct="1">
        <a:lnSpc>
          <a:spcPct val="90000"/>
        </a:lnSpc>
        <a:spcBef>
          <a:spcPts val="1000"/>
        </a:spcBef>
        <a:buClr>
          <a:schemeClr val="accent6"/>
        </a:buClr>
        <a:buFont typeface="Courier New" panose="02070309020205020404" pitchFamily="49" charset="0"/>
        <a:buChar char="o"/>
        <a:defRPr sz="2800" kern="1200">
          <a:solidFill>
            <a:schemeClr val="bg1"/>
          </a:solidFill>
          <a:latin typeface="+mn-lt"/>
          <a:ea typeface="+mn-ea"/>
          <a:cs typeface="Segoe UI" panose="020B0502040204020203" pitchFamily="34" charset="0"/>
        </a:defRPr>
      </a:lvl1pPr>
      <a:lvl2pPr marL="685800" indent="-347472" algn="l" defTabSz="914400" rtl="0" eaLnBrk="1" latinLnBrk="0" hangingPunct="1">
        <a:lnSpc>
          <a:spcPct val="90000"/>
        </a:lnSpc>
        <a:spcBef>
          <a:spcPts val="500"/>
        </a:spcBef>
        <a:buClr>
          <a:schemeClr val="accent6"/>
        </a:buClr>
        <a:buFont typeface="Courier New" panose="02070309020205020404" pitchFamily="49" charset="0"/>
        <a:buChar char="o"/>
        <a:defRPr sz="2400" kern="1200">
          <a:solidFill>
            <a:schemeClr val="bg1"/>
          </a:solidFill>
          <a:latin typeface="+mn-lt"/>
          <a:ea typeface="+mn-ea"/>
          <a:cs typeface="Segoe UI" panose="020B0502040204020203" pitchFamily="34" charset="0"/>
        </a:defRPr>
      </a:lvl2pPr>
      <a:lvl3pPr marL="1143000" indent="-347472" algn="l" defTabSz="914400" rtl="0" eaLnBrk="1" latinLnBrk="0" hangingPunct="1">
        <a:lnSpc>
          <a:spcPct val="90000"/>
        </a:lnSpc>
        <a:spcBef>
          <a:spcPts val="500"/>
        </a:spcBef>
        <a:buClr>
          <a:schemeClr val="accent6"/>
        </a:buClr>
        <a:buFont typeface="Courier New" panose="02070309020205020404" pitchFamily="49" charset="0"/>
        <a:buChar char="o"/>
        <a:defRPr sz="2000" kern="1200">
          <a:solidFill>
            <a:schemeClr val="bg1"/>
          </a:solidFill>
          <a:latin typeface="+mn-lt"/>
          <a:ea typeface="+mn-ea"/>
          <a:cs typeface="Segoe UI" panose="020B0502040204020203" pitchFamily="34" charset="0"/>
        </a:defRPr>
      </a:lvl3pPr>
      <a:lvl4pPr marL="1600200" indent="-347472" algn="l" defTabSz="914400" rtl="0" eaLnBrk="1" latinLnBrk="0" hangingPunct="1">
        <a:lnSpc>
          <a:spcPct val="90000"/>
        </a:lnSpc>
        <a:spcBef>
          <a:spcPts val="500"/>
        </a:spcBef>
        <a:buClr>
          <a:schemeClr val="accent6"/>
        </a:buClr>
        <a:buFont typeface="Courier New" panose="02070309020205020404" pitchFamily="49" charset="0"/>
        <a:buChar char="o"/>
        <a:defRPr sz="1800" kern="1200">
          <a:solidFill>
            <a:schemeClr val="bg1"/>
          </a:solidFill>
          <a:latin typeface="+mn-lt"/>
          <a:ea typeface="+mn-ea"/>
          <a:cs typeface="Segoe UI" panose="020B0502040204020203" pitchFamily="34" charset="0"/>
        </a:defRPr>
      </a:lvl4pPr>
      <a:lvl5pPr marL="2057400" indent="-347472" algn="l" defTabSz="914400" rtl="0" eaLnBrk="1" latinLnBrk="0" hangingPunct="1">
        <a:lnSpc>
          <a:spcPct val="90000"/>
        </a:lnSpc>
        <a:spcBef>
          <a:spcPts val="500"/>
        </a:spcBef>
        <a:buClr>
          <a:schemeClr val="accent6"/>
        </a:buClr>
        <a:buFont typeface="Courier New" panose="02070309020205020404" pitchFamily="49" charset="0"/>
        <a:buChar char="o"/>
        <a:defRPr sz="1800" kern="1200">
          <a:solidFill>
            <a:schemeClr val="bg1"/>
          </a:solidFill>
          <a:latin typeface="+mn-lt"/>
          <a:ea typeface="+mn-ea"/>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A4A3A4"/>
          </p15:clr>
        </p15:guide>
        <p15:guide id="2" pos="3840" userDrawn="1">
          <p15:clr>
            <a:srgbClr val="A4A3A4"/>
          </p15:clr>
        </p15:guide>
        <p15:guide id="3" pos="240" userDrawn="1">
          <p15:clr>
            <a:srgbClr val="547EBF"/>
          </p15:clr>
        </p15:guide>
        <p15:guide id="4" orient="horz" pos="240" userDrawn="1">
          <p15:clr>
            <a:srgbClr val="547EBF"/>
          </p15:clr>
        </p15:guide>
        <p15:guide id="5" pos="7440" userDrawn="1">
          <p15:clr>
            <a:srgbClr val="547EBF"/>
          </p15:clr>
        </p15:guide>
        <p15:guide id="6" orient="horz" pos="4080" userDrawn="1">
          <p15:clr>
            <a:srgbClr val="547EBF"/>
          </p15:clr>
        </p15:guide>
        <p15:guide id="7" pos="3960" userDrawn="1">
          <p15:clr>
            <a:srgbClr val="547EBF"/>
          </p15:clr>
        </p15:guide>
        <p15:guide id="8" pos="3720" userDrawn="1">
          <p15:clr>
            <a:srgbClr val="547EBF"/>
          </p15:clr>
        </p15:guide>
        <p15:guide id="9" pos="2112" userDrawn="1">
          <p15:clr>
            <a:srgbClr val="547EBF"/>
          </p15:clr>
        </p15:guide>
        <p15:guide id="10" pos="1848" userDrawn="1">
          <p15:clr>
            <a:srgbClr val="547EBF"/>
          </p15:clr>
        </p15:guide>
        <p15:guide id="11" pos="5568" userDrawn="1">
          <p15:clr>
            <a:srgbClr val="547EBF"/>
          </p15:clr>
        </p15:guide>
        <p15:guide id="12" pos="5832" userDrawn="1">
          <p15:clr>
            <a:srgbClr val="547EBF"/>
          </p15:clr>
        </p15:guide>
        <p15:guide id="13" pos="4968" userDrawn="1">
          <p15:clr>
            <a:srgbClr val="9FCC3B"/>
          </p15:clr>
        </p15:guide>
        <p15:guide id="14" pos="5208" userDrawn="1">
          <p15:clr>
            <a:srgbClr val="9FCC3B"/>
          </p15:clr>
        </p15:guide>
        <p15:guide id="15" pos="2712" userDrawn="1">
          <p15:clr>
            <a:srgbClr val="9FCC3B"/>
          </p15:clr>
        </p15:guide>
        <p15:guide id="16" pos="2472" userDrawn="1">
          <p15:clr>
            <a:srgbClr val="9FCC3B"/>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7.xml"/></Relationships>
</file>

<file path=ppt/slides/_rels/slide2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7.xml"/></Relationships>
</file>

<file path=ppt/slides/_rels/slide2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7.xml"/></Relationships>
</file>

<file path=ppt/slides/_rels/slide2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10.xml"/><Relationship Id="rId4" Type="http://schemas.openxmlformats.org/officeDocument/2006/relationships/image" Target="../media/image11.jpe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5.xml"/></Relationships>
</file>

<file path=ppt/slides/_rels/slide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0.xml.rels><?xml version="1.0" encoding="UTF-8" standalone="yes"?>
<Relationships xmlns="http://schemas.openxmlformats.org/package/2006/relationships"><Relationship Id="rId3" Type="http://schemas.openxmlformats.org/officeDocument/2006/relationships/hyperlink" Target="https://freesvg.org/thank-you-decoration" TargetMode="External"/><Relationship Id="rId2" Type="http://schemas.openxmlformats.org/officeDocument/2006/relationships/image" Target="../media/image15.png"/><Relationship Id="rId1" Type="http://schemas.openxmlformats.org/officeDocument/2006/relationships/slideLayout" Target="../slideLayouts/slideLayout14.xml"/><Relationship Id="rId6" Type="http://schemas.openxmlformats.org/officeDocument/2006/relationships/hyperlink" Target="https://delaideaalnegocio.blogspot.com/2013/12/10-consejos-para-saber-que-negocio.html" TargetMode="External"/><Relationship Id="rId5" Type="http://schemas.microsoft.com/office/2007/relationships/hdphoto" Target="../media/hdphoto1.wdp"/><Relationship Id="rId4"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870DB4-0446-EF22-E8E0-3A5B83923AC0}"/>
              </a:ext>
            </a:extLst>
          </p:cNvPr>
          <p:cNvSpPr>
            <a:spLocks noGrp="1"/>
          </p:cNvSpPr>
          <p:nvPr>
            <p:ph type="ctrTitle"/>
          </p:nvPr>
        </p:nvSpPr>
        <p:spPr/>
        <p:txBody>
          <a:bodyPr/>
          <a:lstStyle/>
          <a:p>
            <a:r>
              <a:rPr lang="en-US"/>
              <a:t>Lego-Analysis</a:t>
            </a:r>
            <a:br>
              <a:rPr lang="en-US"/>
            </a:br>
            <a:r>
              <a:rPr lang="en-US"/>
              <a:t>DATA 3350 Group 2</a:t>
            </a:r>
          </a:p>
        </p:txBody>
      </p:sp>
      <p:sp>
        <p:nvSpPr>
          <p:cNvPr id="3" name="Subtitle 2">
            <a:extLst>
              <a:ext uri="{FF2B5EF4-FFF2-40B4-BE49-F238E27FC236}">
                <a16:creationId xmlns:a16="http://schemas.microsoft.com/office/drawing/2014/main" id="{696329B1-2D04-0F3A-1081-C5117D8CE122}"/>
              </a:ext>
            </a:extLst>
          </p:cNvPr>
          <p:cNvSpPr>
            <a:spLocks noGrp="1"/>
          </p:cNvSpPr>
          <p:nvPr>
            <p:ph type="subTitle" idx="1"/>
          </p:nvPr>
        </p:nvSpPr>
        <p:spPr/>
        <p:txBody>
          <a:bodyPr vert="horz" lIns="91440" tIns="45720" rIns="91440" bIns="45720" rtlCol="0" anchor="t">
            <a:noAutofit/>
          </a:bodyPr>
          <a:lstStyle/>
          <a:p>
            <a:r>
              <a:rPr lang="en-US">
                <a:cs typeface="Segoe UI"/>
              </a:rPr>
              <a:t>Amanda Weeks, Maitri </a:t>
            </a:r>
            <a:r>
              <a:rPr lang="en-US" err="1">
                <a:cs typeface="Segoe UI"/>
              </a:rPr>
              <a:t>Gemlawala</a:t>
            </a:r>
            <a:r>
              <a:rPr lang="en-US">
                <a:cs typeface="Segoe UI"/>
              </a:rPr>
              <a:t>, Mayur </a:t>
            </a:r>
            <a:r>
              <a:rPr lang="en-US" err="1">
                <a:cs typeface="Segoe UI"/>
              </a:rPr>
              <a:t>Vermani</a:t>
            </a:r>
            <a:r>
              <a:rPr lang="en-US">
                <a:cs typeface="Segoe UI"/>
              </a:rPr>
              <a:t>, Rui Zhang, Surbhi Gemlawala</a:t>
            </a:r>
            <a:endParaRPr lang="en-US"/>
          </a:p>
          <a:p>
            <a:endParaRPr lang="en-US"/>
          </a:p>
        </p:txBody>
      </p:sp>
    </p:spTree>
    <p:extLst>
      <p:ext uri="{BB962C8B-B14F-4D97-AF65-F5344CB8AC3E}">
        <p14:creationId xmlns:p14="http://schemas.microsoft.com/office/powerpoint/2010/main" val="17234911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1F0E99-07CC-9576-AFD7-C52151AD0EA3}"/>
              </a:ext>
            </a:extLst>
          </p:cNvPr>
          <p:cNvSpPr>
            <a:spLocks noGrp="1"/>
          </p:cNvSpPr>
          <p:nvPr>
            <p:ph type="ctrTitle"/>
          </p:nvPr>
        </p:nvSpPr>
        <p:spPr/>
        <p:txBody>
          <a:bodyPr/>
          <a:lstStyle/>
          <a:p>
            <a:r>
              <a:rPr lang="en-US"/>
              <a:t>LEGO PROFIT OPTIMIZATION PROJECT</a:t>
            </a:r>
          </a:p>
        </p:txBody>
      </p:sp>
      <p:sp>
        <p:nvSpPr>
          <p:cNvPr id="3" name="Subtitle 2">
            <a:extLst>
              <a:ext uri="{FF2B5EF4-FFF2-40B4-BE49-F238E27FC236}">
                <a16:creationId xmlns:a16="http://schemas.microsoft.com/office/drawing/2014/main" id="{5A82A8B0-333F-633E-3FA7-D38DBFB10971}"/>
              </a:ext>
            </a:extLst>
          </p:cNvPr>
          <p:cNvSpPr>
            <a:spLocks noGrp="1"/>
          </p:cNvSpPr>
          <p:nvPr>
            <p:ph type="subTitle" idx="1"/>
          </p:nvPr>
        </p:nvSpPr>
        <p:spPr>
          <a:xfrm>
            <a:off x="1499218" y="3673989"/>
            <a:ext cx="8972693" cy="2072551"/>
          </a:xfrm>
        </p:spPr>
        <p:txBody>
          <a:bodyPr vert="horz" lIns="91440" tIns="45720" rIns="91440" bIns="45720" rtlCol="0" anchor="t">
            <a:noAutofit/>
          </a:bodyPr>
          <a:lstStyle/>
          <a:p>
            <a:pPr marL="0" indent="0">
              <a:buNone/>
            </a:pPr>
            <a:r>
              <a:rPr lang="en-US" b="1">
                <a:cs typeface="Segoe UI"/>
              </a:rPr>
              <a:t>Objective: </a:t>
            </a:r>
            <a:r>
              <a:rPr lang="en-US">
                <a:cs typeface="Segoe UI"/>
              </a:rPr>
              <a:t>Use data-driven analysis to help LEGO increase profits on products sold</a:t>
            </a:r>
            <a:endParaRPr lang="en-US"/>
          </a:p>
          <a:p>
            <a:r>
              <a:rPr lang="en-US" b="1">
                <a:cs typeface="Segoe UI"/>
              </a:rPr>
              <a:t>Our Role: </a:t>
            </a:r>
            <a:r>
              <a:rPr lang="en-US">
                <a:cs typeface="Segoe UI"/>
              </a:rPr>
              <a:t>External analytics consultant providing strategic insights. Responsible for evidence-based recommendations and prototype development.</a:t>
            </a:r>
            <a:endParaRPr lang="en-US"/>
          </a:p>
          <a:p>
            <a:r>
              <a:rPr lang="en-US" b="1">
                <a:cs typeface="Segoe UI"/>
              </a:rPr>
              <a:t>Deliverables: </a:t>
            </a:r>
            <a:r>
              <a:rPr lang="en-US">
                <a:cs typeface="Segoe UI"/>
              </a:rPr>
              <a:t>Insights from dataset analysis and b</a:t>
            </a:r>
            <a:r>
              <a:rPr lang="en-US">
                <a:cs typeface="Segoe UI Light"/>
              </a:rPr>
              <a:t>usiness recommendations</a:t>
            </a:r>
          </a:p>
          <a:p>
            <a:endParaRPr lang="en-US" b="1"/>
          </a:p>
          <a:p>
            <a:pPr marL="347345" indent="-347345"/>
            <a:endParaRPr lang="en-US"/>
          </a:p>
        </p:txBody>
      </p:sp>
    </p:spTree>
    <p:extLst>
      <p:ext uri="{BB962C8B-B14F-4D97-AF65-F5344CB8AC3E}">
        <p14:creationId xmlns:p14="http://schemas.microsoft.com/office/powerpoint/2010/main" val="33807598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5F2865-B7B4-69C5-0134-D37012510BF5}"/>
              </a:ext>
            </a:extLst>
          </p:cNvPr>
          <p:cNvSpPr>
            <a:spLocks noGrp="1"/>
          </p:cNvSpPr>
          <p:nvPr>
            <p:ph type="title"/>
          </p:nvPr>
        </p:nvSpPr>
        <p:spPr>
          <a:xfrm>
            <a:off x="841099" y="413934"/>
            <a:ext cx="10881360" cy="1069848"/>
          </a:xfrm>
        </p:spPr>
        <p:txBody>
          <a:bodyPr>
            <a:normAutofit/>
          </a:bodyPr>
          <a:lstStyle/>
          <a:p>
            <a:r>
              <a:rPr lang="en-US"/>
              <a:t>Business context</a:t>
            </a:r>
            <a:br>
              <a:rPr lang="en-US"/>
            </a:br>
            <a:r>
              <a:rPr lang="en-US" sz="2400"/>
              <a:t>key issues related to profitability</a:t>
            </a:r>
          </a:p>
        </p:txBody>
      </p:sp>
      <p:sp>
        <p:nvSpPr>
          <p:cNvPr id="3" name="Content Placeholder 2">
            <a:extLst>
              <a:ext uri="{FF2B5EF4-FFF2-40B4-BE49-F238E27FC236}">
                <a16:creationId xmlns:a16="http://schemas.microsoft.com/office/drawing/2014/main" id="{161D132F-0029-7F3F-B7B3-EECE2C015A74}"/>
              </a:ext>
            </a:extLst>
          </p:cNvPr>
          <p:cNvSpPr>
            <a:spLocks noGrp="1"/>
          </p:cNvSpPr>
          <p:nvPr>
            <p:ph sz="half" idx="1"/>
          </p:nvPr>
        </p:nvSpPr>
        <p:spPr>
          <a:xfrm>
            <a:off x="838200" y="1119381"/>
            <a:ext cx="10069551" cy="4314168"/>
          </a:xfrm>
        </p:spPr>
        <p:txBody>
          <a:bodyPr vert="horz" lIns="91440" tIns="45720" rIns="91440" bIns="45720" rtlCol="0" anchor="t">
            <a:noAutofit/>
          </a:bodyPr>
          <a:lstStyle/>
          <a:p>
            <a:pPr marL="0" indent="0">
              <a:buNone/>
            </a:pPr>
            <a:endParaRPr lang="en-US" sz="2400" b="1" u="sng"/>
          </a:p>
          <a:p>
            <a:pPr indent="-347345"/>
            <a:r>
              <a:rPr lang="en-US" sz="2000" b="1">
                <a:cs typeface="Segoe UI"/>
              </a:rPr>
              <a:t>Product Evolution Overtime</a:t>
            </a:r>
            <a:r>
              <a:rPr lang="en-US" sz="2000">
                <a:cs typeface="Segoe UI"/>
              </a:rPr>
              <a:t>                         How prices and price-per-piece have changed across release years, and whether newer sets are becoming more expensive or more complex.</a:t>
            </a:r>
            <a:endParaRPr lang="en-US"/>
          </a:p>
          <a:p>
            <a:pPr indent="-347345"/>
            <a:r>
              <a:rPr lang="en-US" sz="2000" b="1">
                <a:cs typeface="Segoe UI Light"/>
              </a:rPr>
              <a:t>Consumer Demand Across Groups</a:t>
            </a:r>
            <a:br>
              <a:rPr lang="en-US" sz="2000" b="1">
                <a:cs typeface="Segoe UI Light"/>
              </a:rPr>
            </a:br>
            <a:r>
              <a:rPr lang="en-US" sz="2000">
                <a:cs typeface="Segoe UI Light"/>
              </a:rPr>
              <a:t> Whether products designed for younger vs. older builders should be priced differently.</a:t>
            </a:r>
            <a:endParaRPr lang="en-US"/>
          </a:p>
          <a:p>
            <a:pPr indent="-347345"/>
            <a:r>
              <a:rPr lang="en-US" sz="2000" b="1">
                <a:cs typeface="Segoe UI Light"/>
              </a:rPr>
              <a:t>Fanatic Buyer Behavior</a:t>
            </a:r>
            <a:br>
              <a:rPr lang="en-US" sz="2000" b="1">
                <a:cs typeface="Segoe UI Light"/>
              </a:rPr>
            </a:br>
            <a:r>
              <a:rPr lang="en-US" sz="2000">
                <a:cs typeface="Segoe UI Light"/>
              </a:rPr>
              <a:t> High-value adult collectors and how premium sets contribute to profits.</a:t>
            </a:r>
            <a:endParaRPr lang="en-US"/>
          </a:p>
          <a:p>
            <a:pPr indent="-347345"/>
            <a:r>
              <a:rPr lang="en-US" sz="2000" b="1">
                <a:cs typeface="Segoe UI Light"/>
              </a:rPr>
              <a:t>Value Efficiency of Sets</a:t>
            </a:r>
            <a:br>
              <a:rPr lang="en-US" sz="2000">
                <a:cs typeface="Segoe UI Light"/>
              </a:rPr>
            </a:br>
            <a:r>
              <a:rPr lang="en-US" sz="2000">
                <a:cs typeface="Segoe UI Light"/>
              </a:rPr>
              <a:t> How the number of pieces affects cost efficiency </a:t>
            </a:r>
            <a:endParaRPr lang="en-US"/>
          </a:p>
          <a:p>
            <a:pPr indent="-347345"/>
            <a:r>
              <a:rPr lang="en-US" sz="2000" b="1">
                <a:cs typeface="Segoe UI Light"/>
              </a:rPr>
              <a:t>Seasonality &amp; Demand Cycles</a:t>
            </a:r>
            <a:br>
              <a:rPr lang="en-US" sz="2000">
                <a:cs typeface="Segoe UI Light"/>
              </a:rPr>
            </a:br>
            <a:r>
              <a:rPr lang="en-US" sz="2000">
                <a:cs typeface="Segoe UI Light"/>
              </a:rPr>
              <a:t> Understanding when sales peak and how inventory should be optimized.</a:t>
            </a:r>
          </a:p>
          <a:p>
            <a:pPr indent="-347345"/>
            <a:r>
              <a:rPr lang="en-US" sz="2000" b="1">
                <a:cs typeface="Segoe UI Light"/>
              </a:rPr>
              <a:t>Product Size Segmentation</a:t>
            </a:r>
            <a:br>
              <a:rPr lang="en-US" sz="2000" b="1">
                <a:cs typeface="Segoe UI Light"/>
              </a:rPr>
            </a:br>
            <a:r>
              <a:rPr lang="en-US" sz="2000" b="1">
                <a:cs typeface="Segoe UI Light"/>
              </a:rPr>
              <a:t> </a:t>
            </a:r>
            <a:r>
              <a:rPr lang="en-US" sz="2000">
                <a:cs typeface="Segoe UI Light"/>
              </a:rPr>
              <a:t>How small, Medium, and Large sets differ in price and piece count, and how these differences guide pricing strategy.</a:t>
            </a:r>
            <a:endParaRPr lang="en-US" sz="2000">
              <a:solidFill>
                <a:srgbClr val="000000"/>
              </a:solidFill>
              <a:cs typeface="Segoe UI Light"/>
            </a:endParaRPr>
          </a:p>
          <a:p>
            <a:pPr indent="-347345"/>
            <a:endParaRPr lang="en-US" sz="2000">
              <a:solidFill>
                <a:srgbClr val="000000"/>
              </a:solidFill>
              <a:cs typeface="Segoe UI Light"/>
            </a:endParaRPr>
          </a:p>
          <a:p>
            <a:pPr indent="-347345"/>
            <a:endParaRPr lang="en-US" sz="2000">
              <a:cs typeface="Segoe UI Light"/>
            </a:endParaRPr>
          </a:p>
          <a:p>
            <a:pPr indent="-347345"/>
            <a:endParaRPr lang="en-US" sz="2000"/>
          </a:p>
          <a:p>
            <a:pPr marL="0" indent="0">
              <a:buNone/>
            </a:pPr>
            <a:endParaRPr lang="en-US" sz="2000"/>
          </a:p>
        </p:txBody>
      </p:sp>
      <p:sp>
        <p:nvSpPr>
          <p:cNvPr id="6" name="Slide Number Placeholder 5">
            <a:extLst>
              <a:ext uri="{FF2B5EF4-FFF2-40B4-BE49-F238E27FC236}">
                <a16:creationId xmlns:a16="http://schemas.microsoft.com/office/drawing/2014/main" id="{D38392CD-B16F-FF56-B3FE-5947C0964CEF}"/>
              </a:ext>
            </a:extLst>
          </p:cNvPr>
          <p:cNvSpPr>
            <a:spLocks noGrp="1"/>
          </p:cNvSpPr>
          <p:nvPr>
            <p:ph type="sldNum" sz="quarter" idx="12"/>
          </p:nvPr>
        </p:nvSpPr>
        <p:spPr/>
        <p:txBody>
          <a:bodyPr/>
          <a:lstStyle/>
          <a:p>
            <a:fld id="{294A09A9-5501-47C1-A89A-A340965A2BE2}" type="slidenum">
              <a:rPr lang="en-US" smtClean="0"/>
              <a:t>3</a:t>
            </a:fld>
            <a:endParaRPr lang="en-US"/>
          </a:p>
        </p:txBody>
      </p:sp>
    </p:spTree>
    <p:extLst>
      <p:ext uri="{BB962C8B-B14F-4D97-AF65-F5344CB8AC3E}">
        <p14:creationId xmlns:p14="http://schemas.microsoft.com/office/powerpoint/2010/main" val="859971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EB439D8-4A21-BF64-4F7A-428FA5D3695F}"/>
              </a:ext>
            </a:extLst>
          </p:cNvPr>
          <p:cNvSpPr>
            <a:spLocks noGrp="1"/>
          </p:cNvSpPr>
          <p:nvPr>
            <p:ph type="sldNum" sz="quarter" idx="11"/>
          </p:nvPr>
        </p:nvSpPr>
        <p:spPr/>
        <p:txBody>
          <a:bodyPr/>
          <a:lstStyle/>
          <a:p>
            <a:fld id="{294A09A9-5501-47C1-A89A-A340965A2BE2}" type="slidenum">
              <a:rPr lang="en-US" smtClean="0"/>
              <a:pPr/>
              <a:t>4</a:t>
            </a:fld>
            <a:endParaRPr lang="en-US"/>
          </a:p>
        </p:txBody>
      </p:sp>
      <p:sp>
        <p:nvSpPr>
          <p:cNvPr id="4" name="Title 3">
            <a:extLst>
              <a:ext uri="{FF2B5EF4-FFF2-40B4-BE49-F238E27FC236}">
                <a16:creationId xmlns:a16="http://schemas.microsoft.com/office/drawing/2014/main" id="{3D47BD2F-A625-C490-58E4-6145348CDBB1}"/>
              </a:ext>
            </a:extLst>
          </p:cNvPr>
          <p:cNvSpPr>
            <a:spLocks noGrp="1"/>
          </p:cNvSpPr>
          <p:nvPr>
            <p:ph type="title"/>
          </p:nvPr>
        </p:nvSpPr>
        <p:spPr>
          <a:xfrm>
            <a:off x="857826" y="413933"/>
            <a:ext cx="8878824" cy="1069848"/>
          </a:xfrm>
        </p:spPr>
        <p:txBody>
          <a:bodyPr/>
          <a:lstStyle/>
          <a:p>
            <a:r>
              <a:rPr lang="en-US"/>
              <a:t>PROJECT WORKFLOW</a:t>
            </a:r>
          </a:p>
        </p:txBody>
      </p:sp>
      <p:sp>
        <p:nvSpPr>
          <p:cNvPr id="5" name="Content Placeholder 4">
            <a:extLst>
              <a:ext uri="{FF2B5EF4-FFF2-40B4-BE49-F238E27FC236}">
                <a16:creationId xmlns:a16="http://schemas.microsoft.com/office/drawing/2014/main" id="{91987143-367E-58BB-D922-12A7C3821D5F}"/>
              </a:ext>
            </a:extLst>
          </p:cNvPr>
          <p:cNvSpPr>
            <a:spLocks noGrp="1"/>
          </p:cNvSpPr>
          <p:nvPr>
            <p:ph idx="1"/>
          </p:nvPr>
        </p:nvSpPr>
        <p:spPr>
          <a:xfrm>
            <a:off x="857826" y="1590238"/>
            <a:ext cx="6738087" cy="4286305"/>
          </a:xfrm>
        </p:spPr>
        <p:txBody>
          <a:bodyPr vert="horz" lIns="91440" tIns="45720" rIns="91440" bIns="45720" rtlCol="0" anchor="t">
            <a:noAutofit/>
          </a:bodyPr>
          <a:lstStyle/>
          <a:p>
            <a:pPr marL="0" indent="0">
              <a:buNone/>
            </a:pPr>
            <a:r>
              <a:rPr lang="en-US" sz="1800" b="1">
                <a:cs typeface="Segoe UI"/>
              </a:rPr>
              <a:t>End-to-End Analytics Approach:</a:t>
            </a:r>
          </a:p>
          <a:p>
            <a:pPr marL="347345" indent="-347345">
              <a:lnSpc>
                <a:spcPct val="100000"/>
              </a:lnSpc>
            </a:pPr>
            <a:r>
              <a:rPr lang="en-US" sz="1800">
                <a:cs typeface="Segoe UI"/>
              </a:rPr>
              <a:t>Business Understanding: Identify profit levers &amp; key concerns.</a:t>
            </a:r>
          </a:p>
          <a:p>
            <a:pPr marL="347345" indent="-347345">
              <a:lnSpc>
                <a:spcPct val="100000"/>
              </a:lnSpc>
            </a:pPr>
            <a:r>
              <a:rPr lang="en-US" sz="1800">
                <a:cs typeface="Segoe UI Light"/>
              </a:rPr>
              <a:t>Data Understanding: Explore LEGO product dataset (2018–2020).</a:t>
            </a:r>
            <a:endParaRPr lang="en-US" sz="1800"/>
          </a:p>
          <a:p>
            <a:pPr marL="347345" indent="-347345">
              <a:lnSpc>
                <a:spcPct val="100000"/>
              </a:lnSpc>
            </a:pPr>
            <a:r>
              <a:rPr lang="en-US" sz="1800">
                <a:cs typeface="Segoe UI Light"/>
              </a:rPr>
              <a:t>Data Preparation: Clean, transform, and engineer new variables.</a:t>
            </a:r>
            <a:endParaRPr lang="en-US" sz="1800"/>
          </a:p>
          <a:p>
            <a:pPr marL="347345" indent="-347345">
              <a:lnSpc>
                <a:spcPct val="100000"/>
              </a:lnSpc>
            </a:pPr>
            <a:r>
              <a:rPr lang="en-US" sz="1800">
                <a:cs typeface="Segoe UI Light"/>
              </a:rPr>
              <a:t>Analysis &amp; Modeling: Visualize trends, build metrics, and test relationships.</a:t>
            </a:r>
            <a:endParaRPr lang="en-US" sz="1800"/>
          </a:p>
          <a:p>
            <a:pPr marL="347345" indent="-347345">
              <a:lnSpc>
                <a:spcPct val="100000"/>
              </a:lnSpc>
            </a:pPr>
            <a:r>
              <a:rPr lang="en-US" sz="1800">
                <a:cs typeface="Segoe UI Light"/>
              </a:rPr>
              <a:t>Recommendations: Evidence-based actions for LEGO leadership.</a:t>
            </a:r>
            <a:endParaRPr lang="en-US" sz="1800"/>
          </a:p>
          <a:p>
            <a:pPr marL="347345" indent="-347345">
              <a:lnSpc>
                <a:spcPct val="100000"/>
              </a:lnSpc>
            </a:pPr>
            <a:r>
              <a:rPr lang="en-US" sz="1800">
                <a:cs typeface="Segoe UI Light"/>
              </a:rPr>
              <a:t>Prototype: Early-stage model/dashboard supporting our insights.</a:t>
            </a:r>
            <a:endParaRPr lang="en-US" sz="1800"/>
          </a:p>
          <a:p>
            <a:pPr marL="0" indent="0">
              <a:lnSpc>
                <a:spcPct val="100000"/>
              </a:lnSpc>
              <a:buNone/>
            </a:pPr>
            <a:r>
              <a:rPr lang="en-US" sz="1800" b="1">
                <a:cs typeface="Segoe UI Light"/>
              </a:rPr>
              <a:t>Dataset Used:</a:t>
            </a:r>
          </a:p>
          <a:p>
            <a:pPr marL="347345" indent="-347345">
              <a:lnSpc>
                <a:spcPct val="100000"/>
              </a:lnSpc>
            </a:pPr>
            <a:r>
              <a:rPr lang="en-US" sz="1800">
                <a:cs typeface="Segoe UI Light"/>
              </a:rPr>
              <a:t>LEGO Population Dataset</a:t>
            </a:r>
            <a:br>
              <a:rPr lang="en-US" sz="1800">
                <a:cs typeface="Segoe UI Light"/>
              </a:rPr>
            </a:br>
            <a:r>
              <a:rPr lang="en-US" sz="1800">
                <a:cs typeface="Segoe UI Light"/>
              </a:rPr>
              <a:t> Source: Peterson &amp; Ziegler (2021)</a:t>
            </a:r>
          </a:p>
          <a:p>
            <a:pPr marL="347345" indent="-347345"/>
            <a:endParaRPr lang="en-US" sz="1800"/>
          </a:p>
          <a:p>
            <a:pPr marL="347345" indent="-347345"/>
            <a:endParaRPr lang="en-US" sz="1800"/>
          </a:p>
        </p:txBody>
      </p:sp>
    </p:spTree>
    <p:extLst>
      <p:ext uri="{BB962C8B-B14F-4D97-AF65-F5344CB8AC3E}">
        <p14:creationId xmlns:p14="http://schemas.microsoft.com/office/powerpoint/2010/main" val="9373282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7C3ECDF-8AAA-AA24-796F-F688163A9F7C}"/>
              </a:ext>
            </a:extLst>
          </p:cNvPr>
          <p:cNvSpPr>
            <a:spLocks noGrp="1"/>
          </p:cNvSpPr>
          <p:nvPr>
            <p:ph type="title"/>
          </p:nvPr>
        </p:nvSpPr>
        <p:spPr>
          <a:xfrm>
            <a:off x="1545336" y="822960"/>
            <a:ext cx="8878824" cy="1069848"/>
          </a:xfrm>
        </p:spPr>
        <p:txBody>
          <a:bodyPr vert="horz" lIns="91440" tIns="45720" rIns="91440" bIns="45720" rtlCol="0" anchor="b">
            <a:normAutofit/>
          </a:bodyPr>
          <a:lstStyle/>
          <a:p>
            <a:r>
              <a:rPr lang="en-US" b="1" kern="1200" cap="all" spc="600" baseline="0">
                <a:latin typeface="+mj-lt"/>
                <a:ea typeface="+mj-ea"/>
                <a:cs typeface="+mj-cs"/>
              </a:rPr>
              <a:t>Questions OF INTEREST</a:t>
            </a:r>
          </a:p>
        </p:txBody>
      </p:sp>
      <p:sp>
        <p:nvSpPr>
          <p:cNvPr id="12" name="Text Placeholder 2">
            <a:extLst>
              <a:ext uri="{FF2B5EF4-FFF2-40B4-BE49-F238E27FC236}">
                <a16:creationId xmlns:a16="http://schemas.microsoft.com/office/drawing/2014/main" id="{E92B8C83-8650-110C-9BEC-14B1F0963ED5}"/>
              </a:ext>
            </a:extLst>
          </p:cNvPr>
          <p:cNvSpPr>
            <a:spLocks noGrp="1"/>
          </p:cNvSpPr>
          <p:nvPr>
            <p:ph type="body" idx="1"/>
          </p:nvPr>
        </p:nvSpPr>
        <p:spPr>
          <a:xfrm>
            <a:off x="1536192" y="2185416"/>
            <a:ext cx="3621024" cy="493776"/>
          </a:xfrm>
        </p:spPr>
        <p:txBody>
          <a:bodyPr/>
          <a:lstStyle/>
          <a:p>
            <a:r>
              <a:rPr lang="en-US" sz="1800">
                <a:latin typeface="Segoe UI Light"/>
                <a:cs typeface="Segoe UI Light"/>
              </a:rPr>
              <a:t>GROUP RESEARCH QUESTIONS</a:t>
            </a:r>
            <a:endParaRPr lang="en-US" sz="1800"/>
          </a:p>
        </p:txBody>
      </p:sp>
      <p:sp>
        <p:nvSpPr>
          <p:cNvPr id="5" name="Content Placeholder 4">
            <a:extLst>
              <a:ext uri="{FF2B5EF4-FFF2-40B4-BE49-F238E27FC236}">
                <a16:creationId xmlns:a16="http://schemas.microsoft.com/office/drawing/2014/main" id="{CCD6605F-8E41-FA59-B84E-A821329083DD}"/>
              </a:ext>
            </a:extLst>
          </p:cNvPr>
          <p:cNvSpPr>
            <a:spLocks noGrp="1"/>
          </p:cNvSpPr>
          <p:nvPr>
            <p:ph sz="half" idx="2"/>
          </p:nvPr>
        </p:nvSpPr>
        <p:spPr>
          <a:xfrm>
            <a:off x="1341046" y="2427249"/>
            <a:ext cx="3621024" cy="2578608"/>
          </a:xfrm>
        </p:spPr>
        <p:txBody>
          <a:bodyPr vert="horz" lIns="91440" tIns="45720" rIns="91440" bIns="45720" rtlCol="0" anchor="t">
            <a:noAutofit/>
          </a:bodyPr>
          <a:lstStyle/>
          <a:p>
            <a:pPr marL="0" indent="0">
              <a:buNone/>
            </a:pPr>
            <a:endParaRPr lang="en-US" sz="1600" b="1"/>
          </a:p>
          <a:p>
            <a:pPr marL="457200"/>
            <a:r>
              <a:rPr lang="en-US" sz="1600">
                <a:cs typeface="Segoe UI"/>
              </a:rPr>
              <a:t>How price-per-piece changes over time</a:t>
            </a:r>
          </a:p>
          <a:p>
            <a:pPr marL="457200"/>
            <a:r>
              <a:rPr lang="en-US" sz="1600">
                <a:cs typeface="Segoe UI"/>
              </a:rPr>
              <a:t>How pricing varies by age group</a:t>
            </a:r>
          </a:p>
          <a:p>
            <a:pPr marL="457200"/>
            <a:r>
              <a:rPr lang="en-US" sz="1600">
                <a:cs typeface="Segoe UI"/>
              </a:rPr>
              <a:t>Which themes offer best value</a:t>
            </a:r>
          </a:p>
          <a:p>
            <a:pPr marL="457200"/>
            <a:r>
              <a:rPr lang="en-US" sz="1600">
                <a:cs typeface="Segoe UI"/>
              </a:rPr>
              <a:t>Do sets with more piece's cost less per piece? </a:t>
            </a:r>
          </a:p>
          <a:p>
            <a:pPr marL="457200"/>
            <a:r>
              <a:rPr lang="en-US" sz="1600">
                <a:cs typeface="Segoe UI"/>
              </a:rPr>
              <a:t>How Small/Medium/Large sets differ</a:t>
            </a:r>
          </a:p>
          <a:p>
            <a:pPr marL="347345"/>
            <a:endParaRPr lang="en-US" sz="1600"/>
          </a:p>
        </p:txBody>
      </p:sp>
      <p:sp>
        <p:nvSpPr>
          <p:cNvPr id="14" name="Text Placeholder 4">
            <a:extLst>
              <a:ext uri="{FF2B5EF4-FFF2-40B4-BE49-F238E27FC236}">
                <a16:creationId xmlns:a16="http://schemas.microsoft.com/office/drawing/2014/main" id="{EDD023F4-953E-3B6D-0DED-C44944AEC061}"/>
              </a:ext>
            </a:extLst>
          </p:cNvPr>
          <p:cNvSpPr>
            <a:spLocks noGrp="1"/>
          </p:cNvSpPr>
          <p:nvPr>
            <p:ph type="body" sz="quarter" idx="3"/>
          </p:nvPr>
        </p:nvSpPr>
        <p:spPr>
          <a:xfrm>
            <a:off x="5541264" y="2185416"/>
            <a:ext cx="3621024" cy="493776"/>
          </a:xfrm>
        </p:spPr>
        <p:txBody>
          <a:bodyPr/>
          <a:lstStyle/>
          <a:p>
            <a:r>
              <a:rPr lang="en-US" sz="1800">
                <a:latin typeface="Segoe UI Light"/>
                <a:cs typeface="Segoe UI Light"/>
              </a:rPr>
              <a:t>PURPOSE</a:t>
            </a:r>
            <a:endParaRPr lang="en-US"/>
          </a:p>
        </p:txBody>
      </p:sp>
      <p:sp>
        <p:nvSpPr>
          <p:cNvPr id="7" name="Content Placeholder 4">
            <a:extLst>
              <a:ext uri="{FF2B5EF4-FFF2-40B4-BE49-F238E27FC236}">
                <a16:creationId xmlns:a16="http://schemas.microsoft.com/office/drawing/2014/main" id="{0726DF52-D96D-C1D0-A4F6-204B5F94F5DB}"/>
              </a:ext>
            </a:extLst>
          </p:cNvPr>
          <p:cNvSpPr txBox="1">
            <a:spLocks/>
          </p:cNvSpPr>
          <p:nvPr/>
        </p:nvSpPr>
        <p:spPr>
          <a:xfrm>
            <a:off x="5420459" y="2427249"/>
            <a:ext cx="3621024" cy="2578608"/>
          </a:xfrm>
          <a:prstGeom prst="rect">
            <a:avLst/>
          </a:prstGeom>
        </p:spPr>
        <p:txBody>
          <a:bodyPr vert="horz" lIns="91440" tIns="45720" rIns="91440" bIns="45720" rtlCol="0" anchor="t">
            <a:normAutofit/>
          </a:bodyPr>
          <a:lstStyle>
            <a:lvl1pPr marL="347472" indent="-347472" algn="l" defTabSz="914400" rtl="0" eaLnBrk="1" latinLnBrk="0" hangingPunct="1">
              <a:lnSpc>
                <a:spcPct val="150000"/>
              </a:lnSpc>
              <a:spcBef>
                <a:spcPts val="1000"/>
              </a:spcBef>
              <a:buClr>
                <a:schemeClr val="accent6"/>
              </a:buClr>
              <a:buFont typeface="Courier New" panose="02070309020205020404" pitchFamily="49" charset="0"/>
              <a:buChar char="o"/>
              <a:defRPr sz="2400" kern="1200">
                <a:solidFill>
                  <a:schemeClr val="bg1"/>
                </a:solidFill>
                <a:latin typeface="+mn-lt"/>
                <a:ea typeface="+mn-ea"/>
                <a:cs typeface="Segoe UI" panose="020B0502040204020203" pitchFamily="34" charset="0"/>
              </a:defRPr>
            </a:lvl1pPr>
            <a:lvl2pPr marL="685800" indent="-347472" algn="l" defTabSz="914400" rtl="0" eaLnBrk="1" latinLnBrk="0" hangingPunct="1">
              <a:lnSpc>
                <a:spcPct val="90000"/>
              </a:lnSpc>
              <a:spcBef>
                <a:spcPts val="500"/>
              </a:spcBef>
              <a:buClr>
                <a:schemeClr val="accent6"/>
              </a:buClr>
              <a:buFont typeface="Courier New" panose="02070309020205020404" pitchFamily="49" charset="0"/>
              <a:buChar char="o"/>
              <a:defRPr sz="2000" kern="1200">
                <a:solidFill>
                  <a:schemeClr val="bg1"/>
                </a:solidFill>
                <a:latin typeface="+mn-lt"/>
                <a:ea typeface="+mn-ea"/>
                <a:cs typeface="Segoe UI" panose="020B0502040204020203" pitchFamily="34" charset="0"/>
              </a:defRPr>
            </a:lvl2pPr>
            <a:lvl3pPr marL="1143000" indent="-347472" algn="l" defTabSz="914400" rtl="0" eaLnBrk="1" latinLnBrk="0" hangingPunct="1">
              <a:lnSpc>
                <a:spcPct val="90000"/>
              </a:lnSpc>
              <a:spcBef>
                <a:spcPts val="500"/>
              </a:spcBef>
              <a:buClr>
                <a:schemeClr val="accent6"/>
              </a:buClr>
              <a:buFont typeface="Courier New" panose="02070309020205020404" pitchFamily="49" charset="0"/>
              <a:buChar char="o"/>
              <a:defRPr sz="1800" kern="1200">
                <a:solidFill>
                  <a:schemeClr val="bg1"/>
                </a:solidFill>
                <a:latin typeface="+mn-lt"/>
                <a:ea typeface="+mn-ea"/>
                <a:cs typeface="Segoe UI" panose="020B0502040204020203" pitchFamily="34" charset="0"/>
              </a:defRPr>
            </a:lvl3pPr>
            <a:lvl4pPr marL="1600200" indent="-347472" algn="l" defTabSz="914400" rtl="0" eaLnBrk="1" latinLnBrk="0" hangingPunct="1">
              <a:lnSpc>
                <a:spcPct val="90000"/>
              </a:lnSpc>
              <a:spcBef>
                <a:spcPts val="500"/>
              </a:spcBef>
              <a:buClr>
                <a:schemeClr val="accent6"/>
              </a:buClr>
              <a:buFont typeface="Courier New" panose="02070309020205020404" pitchFamily="49" charset="0"/>
              <a:buChar char="o"/>
              <a:defRPr sz="1600" kern="1200">
                <a:solidFill>
                  <a:schemeClr val="bg1"/>
                </a:solidFill>
                <a:latin typeface="+mn-lt"/>
                <a:ea typeface="+mn-ea"/>
                <a:cs typeface="Segoe UI" panose="020B0502040204020203" pitchFamily="34" charset="0"/>
              </a:defRPr>
            </a:lvl4pPr>
            <a:lvl5pPr marL="2057400" indent="-347472" algn="l" defTabSz="914400" rtl="0" eaLnBrk="1" latinLnBrk="0" hangingPunct="1">
              <a:lnSpc>
                <a:spcPct val="90000"/>
              </a:lnSpc>
              <a:spcBef>
                <a:spcPts val="500"/>
              </a:spcBef>
              <a:buClr>
                <a:schemeClr val="accent6"/>
              </a:buClr>
              <a:buFont typeface="Courier New" panose="02070309020205020404" pitchFamily="49" charset="0"/>
              <a:buChar char="o"/>
              <a:defRPr sz="1600" kern="1200">
                <a:solidFill>
                  <a:schemeClr val="bg1"/>
                </a:solidFill>
                <a:latin typeface="+mn-lt"/>
                <a:ea typeface="+mn-ea"/>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90000"/>
              </a:lnSpc>
              <a:buNone/>
            </a:pPr>
            <a:endParaRPr lang="en-US" sz="1600" b="1"/>
          </a:p>
          <a:p>
            <a:pPr marL="228600" indent="-228600">
              <a:lnSpc>
                <a:spcPct val="90000"/>
              </a:lnSpc>
            </a:pPr>
            <a:r>
              <a:rPr lang="en-US" sz="1600">
                <a:cs typeface="Segoe UI"/>
              </a:rPr>
              <a:t>Uncover pricing patterns</a:t>
            </a:r>
          </a:p>
          <a:p>
            <a:pPr marL="228600" indent="-228600">
              <a:lnSpc>
                <a:spcPct val="90000"/>
              </a:lnSpc>
            </a:pPr>
            <a:r>
              <a:rPr lang="en-US" sz="1600">
                <a:cs typeface="Segoe UI"/>
              </a:rPr>
              <a:t>Evaluate value per piece across segments.</a:t>
            </a:r>
          </a:p>
          <a:p>
            <a:pPr marL="228600" indent="-228600">
              <a:lnSpc>
                <a:spcPct val="90000"/>
              </a:lnSpc>
            </a:pPr>
            <a:r>
              <a:rPr lang="en-US" sz="1600">
                <a:cs typeface="Segoe UI"/>
              </a:rPr>
              <a:t>Understand cost-to-complexity relationships.</a:t>
            </a:r>
          </a:p>
          <a:p>
            <a:pPr marL="228600" indent="-228600">
              <a:lnSpc>
                <a:spcPct val="90000"/>
              </a:lnSpc>
            </a:pPr>
            <a:r>
              <a:rPr lang="en-US" sz="1600">
                <a:cs typeface="Segoe UI"/>
              </a:rPr>
              <a:t>Support strategic pricing and product decisions.</a:t>
            </a:r>
          </a:p>
        </p:txBody>
      </p:sp>
      <p:sp>
        <p:nvSpPr>
          <p:cNvPr id="2" name="Slide Number Placeholder 1">
            <a:extLst>
              <a:ext uri="{FF2B5EF4-FFF2-40B4-BE49-F238E27FC236}">
                <a16:creationId xmlns:a16="http://schemas.microsoft.com/office/drawing/2014/main" id="{06251F1F-4DF2-D2C7-3C12-CBCC2DAC72F7}"/>
              </a:ext>
            </a:extLst>
          </p:cNvPr>
          <p:cNvSpPr>
            <a:spLocks noGrp="1"/>
          </p:cNvSpPr>
          <p:nvPr>
            <p:ph type="sldNum" sz="quarter" idx="12"/>
          </p:nvPr>
        </p:nvSpPr>
        <p:spPr>
          <a:xfrm>
            <a:off x="329184" y="411480"/>
            <a:ext cx="521208" cy="310896"/>
          </a:xfrm>
        </p:spPr>
        <p:txBody>
          <a:bodyPr vert="horz" lIns="91440" tIns="45720" rIns="91440" bIns="45720" rtlCol="0" anchor="ctr">
            <a:normAutofit/>
          </a:bodyPr>
          <a:lstStyle/>
          <a:p>
            <a:pPr>
              <a:spcAft>
                <a:spcPts val="600"/>
              </a:spcAft>
            </a:pPr>
            <a:fld id="{294A09A9-5501-47C1-A89A-A340965A2BE2}" type="slidenum">
              <a:rPr lang="en-US" smtClean="0"/>
              <a:pPr>
                <a:spcAft>
                  <a:spcPts val="600"/>
                </a:spcAft>
              </a:pPr>
              <a:t>5</a:t>
            </a:fld>
            <a:endParaRPr lang="en-US"/>
          </a:p>
        </p:txBody>
      </p:sp>
    </p:spTree>
    <p:extLst>
      <p:ext uri="{BB962C8B-B14F-4D97-AF65-F5344CB8AC3E}">
        <p14:creationId xmlns:p14="http://schemas.microsoft.com/office/powerpoint/2010/main" val="10109994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152FE8-2F9C-9C12-4EB3-9742EA91D653}"/>
              </a:ext>
            </a:extLst>
          </p:cNvPr>
          <p:cNvSpPr>
            <a:spLocks noGrp="1"/>
          </p:cNvSpPr>
          <p:nvPr>
            <p:ph type="title"/>
          </p:nvPr>
        </p:nvSpPr>
        <p:spPr>
          <a:xfrm>
            <a:off x="652621" y="1181112"/>
            <a:ext cx="10881360" cy="1069848"/>
          </a:xfrm>
        </p:spPr>
        <p:txBody>
          <a:bodyPr/>
          <a:lstStyle/>
          <a:p>
            <a:r>
              <a:rPr lang="en-US"/>
              <a:t>How Have LEGO Prices Changed Over Time?</a:t>
            </a:r>
          </a:p>
          <a:p>
            <a:endParaRPr lang="en-US" sz="4000" b="1" spc="600">
              <a:ln w="28575">
                <a:noFill/>
                <a:prstDash val="solid"/>
              </a:ln>
              <a:latin typeface="Tw Cen MT" panose="020B0602020104020603" pitchFamily="34" charset="77"/>
            </a:endParaRPr>
          </a:p>
        </p:txBody>
      </p:sp>
      <p:sp>
        <p:nvSpPr>
          <p:cNvPr id="5" name="Slide Number Placeholder 4">
            <a:extLst>
              <a:ext uri="{FF2B5EF4-FFF2-40B4-BE49-F238E27FC236}">
                <a16:creationId xmlns:a16="http://schemas.microsoft.com/office/drawing/2014/main" id="{2A8E318B-D756-6C57-8657-96C836320839}"/>
              </a:ext>
            </a:extLst>
          </p:cNvPr>
          <p:cNvSpPr>
            <a:spLocks noGrp="1"/>
          </p:cNvSpPr>
          <p:nvPr>
            <p:ph type="sldNum" sz="quarter" idx="11"/>
          </p:nvPr>
        </p:nvSpPr>
        <p:spPr/>
        <p:txBody>
          <a:bodyPr/>
          <a:lstStyle/>
          <a:p>
            <a:fld id="{294A09A9-5501-47C1-A89A-A340965A2BE2}" type="slidenum">
              <a:rPr lang="en-US" smtClean="0"/>
              <a:pPr/>
              <a:t>6</a:t>
            </a:fld>
            <a:endParaRPr lang="en-US"/>
          </a:p>
        </p:txBody>
      </p:sp>
      <p:sp>
        <p:nvSpPr>
          <p:cNvPr id="3" name="Footer Placeholder 2">
            <a:extLst>
              <a:ext uri="{FF2B5EF4-FFF2-40B4-BE49-F238E27FC236}">
                <a16:creationId xmlns:a16="http://schemas.microsoft.com/office/drawing/2014/main" id="{723252A1-51AE-36E1-CE3B-D88466BA8814}"/>
              </a:ext>
            </a:extLst>
          </p:cNvPr>
          <p:cNvSpPr>
            <a:spLocks noGrp="1"/>
          </p:cNvSpPr>
          <p:nvPr>
            <p:ph type="ftr" sz="quarter" idx="10"/>
          </p:nvPr>
        </p:nvSpPr>
        <p:spPr/>
        <p:txBody>
          <a:bodyPr/>
          <a:lstStyle/>
          <a:p>
            <a:endParaRPr lang="en-US"/>
          </a:p>
        </p:txBody>
      </p:sp>
      <p:sp>
        <p:nvSpPr>
          <p:cNvPr id="7" name="Content Placeholder 6">
            <a:extLst>
              <a:ext uri="{FF2B5EF4-FFF2-40B4-BE49-F238E27FC236}">
                <a16:creationId xmlns:a16="http://schemas.microsoft.com/office/drawing/2014/main" id="{386768C1-4754-C447-42D8-45C4CE44B8BC}"/>
              </a:ext>
            </a:extLst>
          </p:cNvPr>
          <p:cNvSpPr>
            <a:spLocks noGrp="1"/>
          </p:cNvSpPr>
          <p:nvPr>
            <p:ph idx="1"/>
          </p:nvPr>
        </p:nvSpPr>
        <p:spPr>
          <a:xfrm>
            <a:off x="1014984" y="2474604"/>
            <a:ext cx="10332720" cy="3547872"/>
          </a:xfrm>
        </p:spPr>
        <p:txBody>
          <a:bodyPr vert="horz" lIns="91440" tIns="45720" rIns="91440" bIns="45720" rtlCol="0" anchor="t">
            <a:noAutofit/>
          </a:bodyPr>
          <a:lstStyle/>
          <a:p>
            <a:pPr marL="0" indent="0">
              <a:buNone/>
            </a:pPr>
            <a:r>
              <a:rPr lang="en-US" sz="2400" b="1" i="1">
                <a:ea typeface="+mn-lt"/>
                <a:cs typeface="+mn-lt"/>
              </a:rPr>
              <a:t>Why this matters:</a:t>
            </a:r>
            <a:endParaRPr lang="en-US" sz="2400" b="1" i="1"/>
          </a:p>
          <a:p>
            <a:pPr indent="-347345"/>
            <a:r>
              <a:rPr lang="en-US" sz="2000">
                <a:ea typeface="+mn-lt"/>
                <a:cs typeface="+mn-lt"/>
              </a:rPr>
              <a:t>LEGO pricing affects how consumers judge value</a:t>
            </a:r>
            <a:endParaRPr lang="en-US" sz="2000"/>
          </a:p>
          <a:p>
            <a:pPr indent="-347345"/>
            <a:r>
              <a:rPr lang="en-US" sz="2000">
                <a:ea typeface="+mn-lt"/>
                <a:cs typeface="+mn-lt"/>
              </a:rPr>
              <a:t>Tracking price changes helps explain demand, marketing strategy, and product evolution</a:t>
            </a:r>
            <a:endParaRPr lang="en-US" sz="2000"/>
          </a:p>
          <a:p>
            <a:pPr indent="-347345"/>
            <a:r>
              <a:rPr lang="en-US" sz="2000">
                <a:ea typeface="+mn-lt"/>
                <a:cs typeface="+mn-lt"/>
              </a:rPr>
              <a:t>Understanding trends helps predict future pricing and consumer behavior</a:t>
            </a:r>
            <a:endParaRPr lang="en-US" sz="2000"/>
          </a:p>
          <a:p>
            <a:pPr marL="0" indent="0">
              <a:buNone/>
            </a:pPr>
            <a:endParaRPr lang="en-US"/>
          </a:p>
          <a:p>
            <a:pPr indent="-347345">
              <a:buNone/>
            </a:pPr>
            <a:r>
              <a:rPr lang="en-US" sz="2400" b="1" i="1">
                <a:ea typeface="+mn-lt"/>
                <a:cs typeface="+mn-lt"/>
              </a:rPr>
              <a:t>Key insight:</a:t>
            </a:r>
            <a:endParaRPr lang="en-US" sz="2000">
              <a:ea typeface="+mn-lt"/>
              <a:cs typeface="+mn-lt"/>
            </a:endParaRPr>
          </a:p>
          <a:p>
            <a:pPr indent="-347345">
              <a:buNone/>
            </a:pPr>
            <a:r>
              <a:rPr lang="en-US" sz="2000" b="1">
                <a:ea typeface="+mn-lt"/>
                <a:cs typeface="+mn-lt"/>
              </a:rPr>
              <a:t> </a:t>
            </a:r>
            <a:r>
              <a:rPr lang="en-US" sz="2000" i="1">
                <a:ea typeface="+mn-lt"/>
                <a:cs typeface="+mn-lt"/>
              </a:rPr>
              <a:t>LEGO prices rose sharply in 2019 and stayed higher than 2018 overall.</a:t>
            </a:r>
            <a:endParaRPr lang="en-US" sz="2000">
              <a:ea typeface="+mn-lt"/>
              <a:cs typeface="+mn-lt"/>
            </a:endParaRPr>
          </a:p>
          <a:p>
            <a:pPr marL="0" indent="0">
              <a:buNone/>
            </a:pPr>
            <a:endParaRPr lang="en-US"/>
          </a:p>
        </p:txBody>
      </p:sp>
    </p:spTree>
    <p:extLst>
      <p:ext uri="{BB962C8B-B14F-4D97-AF65-F5344CB8AC3E}">
        <p14:creationId xmlns:p14="http://schemas.microsoft.com/office/powerpoint/2010/main" val="13726519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30DEE9-2DBD-C997-C208-027230B5A3EA}"/>
              </a:ext>
            </a:extLst>
          </p:cNvPr>
          <p:cNvSpPr>
            <a:spLocks noGrp="1"/>
          </p:cNvSpPr>
          <p:nvPr>
            <p:ph type="title"/>
          </p:nvPr>
        </p:nvSpPr>
        <p:spPr>
          <a:xfrm>
            <a:off x="1098804" y="645967"/>
            <a:ext cx="9994392" cy="1069848"/>
          </a:xfrm>
        </p:spPr>
        <p:txBody>
          <a:bodyPr/>
          <a:lstStyle/>
          <a:p>
            <a:r>
              <a:rPr lang="en-US" b="0">
                <a:ln w="28575">
                  <a:noFill/>
                  <a:prstDash val="solid"/>
                </a:ln>
                <a:ea typeface="+mj-lt"/>
                <a:cs typeface="+mj-lt"/>
              </a:rPr>
              <a:t>Dataset &amp; Method</a:t>
            </a:r>
            <a:endParaRPr lang="en-US"/>
          </a:p>
        </p:txBody>
      </p:sp>
      <p:sp>
        <p:nvSpPr>
          <p:cNvPr id="5" name="Slide Number Placeholder 4">
            <a:extLst>
              <a:ext uri="{FF2B5EF4-FFF2-40B4-BE49-F238E27FC236}">
                <a16:creationId xmlns:a16="http://schemas.microsoft.com/office/drawing/2014/main" id="{F79CF1F9-4847-1440-0352-6D1284A48D05}"/>
              </a:ext>
            </a:extLst>
          </p:cNvPr>
          <p:cNvSpPr>
            <a:spLocks noGrp="1"/>
          </p:cNvSpPr>
          <p:nvPr>
            <p:ph type="sldNum" sz="quarter" idx="11"/>
          </p:nvPr>
        </p:nvSpPr>
        <p:spPr/>
        <p:txBody>
          <a:bodyPr/>
          <a:lstStyle/>
          <a:p>
            <a:fld id="{294A09A9-5501-47C1-A89A-A340965A2BE2}" type="slidenum">
              <a:rPr lang="en-US" smtClean="0"/>
              <a:pPr/>
              <a:t>7</a:t>
            </a:fld>
            <a:endParaRPr lang="en-US"/>
          </a:p>
        </p:txBody>
      </p:sp>
      <p:sp>
        <p:nvSpPr>
          <p:cNvPr id="3" name="Footer Placeholder 2">
            <a:extLst>
              <a:ext uri="{FF2B5EF4-FFF2-40B4-BE49-F238E27FC236}">
                <a16:creationId xmlns:a16="http://schemas.microsoft.com/office/drawing/2014/main" id="{D534491D-AF3A-C879-49E6-F11A17AC3008}"/>
              </a:ext>
            </a:extLst>
          </p:cNvPr>
          <p:cNvSpPr>
            <a:spLocks noGrp="1"/>
          </p:cNvSpPr>
          <p:nvPr>
            <p:ph type="ftr" sz="quarter" idx="10"/>
          </p:nvPr>
        </p:nvSpPr>
        <p:spPr/>
        <p:txBody>
          <a:bodyPr/>
          <a:lstStyle/>
          <a:p>
            <a:endParaRPr lang="en-US"/>
          </a:p>
        </p:txBody>
      </p:sp>
      <p:sp>
        <p:nvSpPr>
          <p:cNvPr id="7" name="Content Placeholder 6">
            <a:extLst>
              <a:ext uri="{FF2B5EF4-FFF2-40B4-BE49-F238E27FC236}">
                <a16:creationId xmlns:a16="http://schemas.microsoft.com/office/drawing/2014/main" id="{6E803235-89B3-A2C7-446D-B877C69552A3}"/>
              </a:ext>
            </a:extLst>
          </p:cNvPr>
          <p:cNvSpPr>
            <a:spLocks noGrp="1"/>
          </p:cNvSpPr>
          <p:nvPr>
            <p:ph idx="1"/>
          </p:nvPr>
        </p:nvSpPr>
        <p:spPr/>
        <p:txBody>
          <a:bodyPr vert="horz" lIns="91440" tIns="45720" rIns="91440" bIns="45720" rtlCol="0" anchor="t">
            <a:noAutofit/>
          </a:bodyPr>
          <a:lstStyle/>
          <a:p>
            <a:pPr marL="0" indent="0">
              <a:buNone/>
            </a:pPr>
            <a:r>
              <a:rPr lang="en-US" sz="1800" b="1" i="1">
                <a:ea typeface="+mn-lt"/>
                <a:cs typeface="+mn-lt"/>
              </a:rPr>
              <a:t>Key Question:</a:t>
            </a:r>
            <a:endParaRPr lang="en-US" sz="1800" b="1" i="1">
              <a:ea typeface="+mn-lt"/>
            </a:endParaRPr>
          </a:p>
          <a:p>
            <a:pPr indent="-347345">
              <a:buFont typeface="Wingdings" panose="02070309020205020404" pitchFamily="49" charset="0"/>
              <a:buChar char="q"/>
            </a:pPr>
            <a:r>
              <a:rPr lang="en-US" sz="1800" b="1">
                <a:ea typeface="+mn-lt"/>
                <a:cs typeface="+mn-lt"/>
              </a:rPr>
              <a:t>Are newer LEGO sets getting more expensive over time?</a:t>
            </a:r>
            <a:endParaRPr lang="en-US" sz="1800"/>
          </a:p>
          <a:p>
            <a:pPr marL="0" indent="0">
              <a:buNone/>
            </a:pPr>
            <a:r>
              <a:rPr lang="en-US" sz="1800" b="1" i="1">
                <a:ea typeface="+mn-lt"/>
                <a:cs typeface="+mn-lt"/>
              </a:rPr>
              <a:t>What we analyzed:</a:t>
            </a:r>
            <a:endParaRPr lang="en-US" sz="1800" b="1" i="1"/>
          </a:p>
          <a:p>
            <a:pPr indent="-347345">
              <a:buFont typeface="Wingdings" panose="02070309020205020404" pitchFamily="49" charset="0"/>
              <a:buChar char="q"/>
            </a:pPr>
            <a:r>
              <a:rPr lang="en-US" sz="1800">
                <a:ea typeface="+mn-lt"/>
                <a:cs typeface="+mn-lt"/>
              </a:rPr>
              <a:t>LEGO data from </a:t>
            </a:r>
            <a:r>
              <a:rPr lang="en-US" sz="1800" b="1">
                <a:ea typeface="+mn-lt"/>
                <a:cs typeface="+mn-lt"/>
              </a:rPr>
              <a:t>2018, 2019, and 2020</a:t>
            </a:r>
            <a:endParaRPr lang="en-US" sz="1800"/>
          </a:p>
          <a:p>
            <a:pPr indent="-347345">
              <a:buFont typeface="Wingdings" panose="02070309020205020404" pitchFamily="49" charset="0"/>
              <a:buChar char="q"/>
            </a:pPr>
            <a:r>
              <a:rPr lang="en-US" sz="1800">
                <a:ea typeface="+mn-lt"/>
                <a:cs typeface="+mn-lt"/>
              </a:rPr>
              <a:t>Removed missing values (clean dataset)</a:t>
            </a:r>
            <a:endParaRPr lang="en-US" sz="1800">
              <a:ea typeface="+mn-lt"/>
            </a:endParaRPr>
          </a:p>
          <a:p>
            <a:pPr indent="-347345">
              <a:buFont typeface="Wingdings" panose="02070309020205020404" pitchFamily="49" charset="0"/>
              <a:buChar char="q"/>
            </a:pPr>
            <a:r>
              <a:rPr lang="en-US" sz="1800">
                <a:ea typeface="+mn-lt"/>
                <a:cs typeface="+mn-lt"/>
              </a:rPr>
              <a:t>Calculated: </a:t>
            </a:r>
            <a:endParaRPr lang="en-US" sz="1800">
              <a:ea typeface="+mn-lt"/>
            </a:endParaRPr>
          </a:p>
          <a:p>
            <a:pPr marL="0" indent="0">
              <a:buNone/>
            </a:pPr>
            <a:r>
              <a:rPr lang="en-US" sz="1800" b="1">
                <a:ea typeface="+mn-lt"/>
                <a:cs typeface="+mn-lt"/>
              </a:rPr>
              <a:t>     1. Average set price per year</a:t>
            </a:r>
            <a:endParaRPr lang="en-US" sz="1800">
              <a:ea typeface="+mn-lt"/>
            </a:endParaRPr>
          </a:p>
          <a:p>
            <a:pPr marL="0" indent="0">
              <a:buNone/>
            </a:pPr>
            <a:r>
              <a:rPr lang="en-US" sz="1800" b="1">
                <a:ea typeface="+mn-lt"/>
                <a:cs typeface="+mn-lt"/>
              </a:rPr>
              <a:t>  2. Average price per piece per year</a:t>
            </a:r>
            <a:endParaRPr lang="en-US" sz="1800"/>
          </a:p>
          <a:p>
            <a:pPr indent="-347345">
              <a:buFont typeface="Wingdings" panose="02070309020205020404" pitchFamily="49" charset="0"/>
              <a:buChar char="q"/>
            </a:pPr>
            <a:r>
              <a:rPr lang="en-US" sz="1800">
                <a:ea typeface="+mn-lt"/>
                <a:cs typeface="+mn-lt"/>
              </a:rPr>
              <a:t> Visualized both trends using line graphs</a:t>
            </a:r>
            <a:endParaRPr lang="en-US" sz="1800"/>
          </a:p>
          <a:p>
            <a:pPr indent="-347345">
              <a:buFont typeface="Wingdings" panose="02070309020205020404" pitchFamily="49" charset="0"/>
              <a:buChar char="q"/>
            </a:pPr>
            <a:endParaRPr lang="en-US" sz="1800"/>
          </a:p>
        </p:txBody>
      </p:sp>
    </p:spTree>
    <p:extLst>
      <p:ext uri="{BB962C8B-B14F-4D97-AF65-F5344CB8AC3E}">
        <p14:creationId xmlns:p14="http://schemas.microsoft.com/office/powerpoint/2010/main" val="12087244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4F090D-C862-CF85-1001-A82E54365597}"/>
              </a:ext>
            </a:extLst>
          </p:cNvPr>
          <p:cNvSpPr>
            <a:spLocks noGrp="1"/>
          </p:cNvSpPr>
          <p:nvPr>
            <p:ph type="title"/>
          </p:nvPr>
        </p:nvSpPr>
        <p:spPr>
          <a:xfrm>
            <a:off x="850392" y="832104"/>
            <a:ext cx="10881360" cy="1069848"/>
          </a:xfrm>
        </p:spPr>
        <p:txBody>
          <a:bodyPr anchor="ctr">
            <a:normAutofit/>
          </a:bodyPr>
          <a:lstStyle/>
          <a:p>
            <a:r>
              <a:rPr lang="en-US" sz="3700"/>
              <a:t>Findings (Average Price per Year)</a:t>
            </a:r>
          </a:p>
        </p:txBody>
      </p:sp>
      <p:pic>
        <p:nvPicPr>
          <p:cNvPr id="10" name="Picture 9" descr="A graph with a line going up&#10;&#10;AI-generated content may be incorrect.">
            <a:extLst>
              <a:ext uri="{FF2B5EF4-FFF2-40B4-BE49-F238E27FC236}">
                <a16:creationId xmlns:a16="http://schemas.microsoft.com/office/drawing/2014/main" id="{04938544-52F3-9523-6D9C-385B93DB1CDB}"/>
              </a:ext>
            </a:extLst>
          </p:cNvPr>
          <p:cNvPicPr>
            <a:picLocks noChangeAspect="1"/>
          </p:cNvPicPr>
          <p:nvPr/>
        </p:nvPicPr>
        <p:blipFill>
          <a:blip r:embed="rId2"/>
          <a:stretch>
            <a:fillRect/>
          </a:stretch>
        </p:blipFill>
        <p:spPr>
          <a:xfrm>
            <a:off x="697638" y="2310054"/>
            <a:ext cx="5470123" cy="3182731"/>
          </a:xfrm>
          <a:prstGeom prst="rect">
            <a:avLst/>
          </a:prstGeom>
          <a:noFill/>
        </p:spPr>
      </p:pic>
      <p:sp>
        <p:nvSpPr>
          <p:cNvPr id="3" name="Subtitle 2">
            <a:extLst>
              <a:ext uri="{FF2B5EF4-FFF2-40B4-BE49-F238E27FC236}">
                <a16:creationId xmlns:a16="http://schemas.microsoft.com/office/drawing/2014/main" id="{4CE82C04-6445-9E02-B0E8-8D809278C37D}"/>
              </a:ext>
            </a:extLst>
          </p:cNvPr>
          <p:cNvSpPr>
            <a:spLocks noGrp="1"/>
          </p:cNvSpPr>
          <p:nvPr>
            <p:ph sz="half" idx="2"/>
          </p:nvPr>
        </p:nvSpPr>
        <p:spPr>
          <a:xfrm>
            <a:off x="6749249" y="1980984"/>
            <a:ext cx="5181600" cy="4351338"/>
          </a:xfrm>
        </p:spPr>
        <p:txBody>
          <a:bodyPr vert="horz" lIns="91440" tIns="45720" rIns="91440" bIns="45720" rtlCol="0" anchor="t">
            <a:normAutofit/>
          </a:bodyPr>
          <a:lstStyle/>
          <a:p>
            <a:pPr marL="0" indent="0">
              <a:buNone/>
            </a:pPr>
            <a:r>
              <a:rPr lang="en-US" sz="2000" b="1" i="1">
                <a:cs typeface="Segoe UI"/>
              </a:rPr>
              <a:t> Average Price of LEGO Sets:</a:t>
            </a:r>
            <a:endParaRPr lang="en-US" b="1"/>
          </a:p>
          <a:p>
            <a:pPr marL="285750" indent="-285750">
              <a:buFont typeface="Wingdings"/>
              <a:buChar char="q"/>
            </a:pPr>
            <a:r>
              <a:rPr lang="en-US" sz="1800" b="1">
                <a:cs typeface="Segoe UI"/>
              </a:rPr>
              <a:t>2018:</a:t>
            </a:r>
            <a:r>
              <a:rPr lang="en-US" sz="1800">
                <a:cs typeface="Segoe UI"/>
              </a:rPr>
              <a:t> ~$42.9</a:t>
            </a:r>
          </a:p>
          <a:p>
            <a:pPr marL="285750" indent="-285750">
              <a:buFont typeface="Wingdings"/>
              <a:buChar char="q"/>
            </a:pPr>
            <a:r>
              <a:rPr lang="en-US" sz="1800" b="1">
                <a:cs typeface="Segoe UI"/>
              </a:rPr>
              <a:t>2019:</a:t>
            </a:r>
            <a:r>
              <a:rPr lang="en-US" sz="1800">
                <a:cs typeface="Segoe UI"/>
              </a:rPr>
              <a:t> ~$48.4 (big increase)</a:t>
            </a:r>
          </a:p>
          <a:p>
            <a:pPr marL="285750" indent="-285750">
              <a:buFont typeface="Wingdings"/>
              <a:buChar char="q"/>
            </a:pPr>
            <a:r>
              <a:rPr lang="en-US" sz="1800" b="1">
                <a:cs typeface="Segoe UI"/>
              </a:rPr>
              <a:t>2020:</a:t>
            </a:r>
            <a:r>
              <a:rPr lang="en-US" sz="1800">
                <a:cs typeface="Segoe UI"/>
              </a:rPr>
              <a:t> ~$47.7 (slight decrease)</a:t>
            </a:r>
          </a:p>
          <a:p>
            <a:pPr indent="-347345">
              <a:buFont typeface="Wingdings" panose="02070309020205020404" pitchFamily="49" charset="0"/>
              <a:buChar char="q"/>
            </a:pPr>
            <a:endParaRPr lang="en-US" sz="1800" b="1" i="1"/>
          </a:p>
          <a:p>
            <a:pPr marL="0" indent="0">
              <a:buNone/>
            </a:pPr>
            <a:r>
              <a:rPr lang="en-US" sz="2000" b="1" i="1">
                <a:cs typeface="Segoe UI"/>
              </a:rPr>
              <a:t> Interpretation: </a:t>
            </a:r>
          </a:p>
          <a:p>
            <a:pPr marL="285750" indent="-285750">
              <a:buFont typeface="Wingdings"/>
              <a:buChar char="q"/>
            </a:pPr>
            <a:r>
              <a:rPr lang="en-US" sz="1800">
                <a:cs typeface="Segoe UI"/>
              </a:rPr>
              <a:t>LEGO sets </a:t>
            </a:r>
            <a:r>
              <a:rPr lang="en-US" sz="1800" b="1">
                <a:cs typeface="Segoe UI"/>
              </a:rPr>
              <a:t>became more expensive overall</a:t>
            </a:r>
            <a:endParaRPr lang="en-US" sz="1800">
              <a:cs typeface="Segoe UI"/>
            </a:endParaRPr>
          </a:p>
          <a:p>
            <a:pPr marL="285750" indent="-285750">
              <a:buFont typeface="Wingdings"/>
              <a:buChar char="q"/>
            </a:pPr>
            <a:r>
              <a:rPr lang="en-US" sz="1800">
                <a:cs typeface="Segoe UI"/>
              </a:rPr>
              <a:t>The largest jump happened from </a:t>
            </a:r>
            <a:r>
              <a:rPr lang="en-US" sz="1800" b="1">
                <a:cs typeface="Segoe UI"/>
              </a:rPr>
              <a:t>2018 → 2019</a:t>
            </a:r>
            <a:endParaRPr lang="en-US" sz="1800">
              <a:cs typeface="Segoe UI"/>
            </a:endParaRPr>
          </a:p>
          <a:p>
            <a:pPr marL="285750" indent="-285750">
              <a:buFont typeface="Wingdings"/>
              <a:buChar char="q"/>
            </a:pPr>
            <a:r>
              <a:rPr lang="en-US" sz="1800">
                <a:cs typeface="Segoe UI"/>
              </a:rPr>
              <a:t>Even with the small drop in 2020, prices stayed higher than in 2018</a:t>
            </a:r>
          </a:p>
          <a:p>
            <a:pPr indent="-347345">
              <a:buFont typeface="Wingdings" panose="02070309020205020404" pitchFamily="49" charset="0"/>
              <a:buChar char="q"/>
            </a:pPr>
            <a:endParaRPr lang="en-US" sz="1800"/>
          </a:p>
        </p:txBody>
      </p:sp>
      <p:sp>
        <p:nvSpPr>
          <p:cNvPr id="22" name="Footer Placeholder 4">
            <a:extLst>
              <a:ext uri="{FF2B5EF4-FFF2-40B4-BE49-F238E27FC236}">
                <a16:creationId xmlns:a16="http://schemas.microsoft.com/office/drawing/2014/main" id="{653D57D9-6273-C4DB-17F0-63A713AEF757}"/>
              </a:ext>
            </a:extLst>
          </p:cNvPr>
          <p:cNvSpPr>
            <a:spLocks noGrp="1"/>
          </p:cNvSpPr>
          <p:nvPr>
            <p:ph type="ftr" sz="quarter" idx="11"/>
          </p:nvPr>
        </p:nvSpPr>
        <p:spPr>
          <a:xfrm>
            <a:off x="466344" y="6190488"/>
            <a:ext cx="2331720" cy="274320"/>
          </a:xfrm>
        </p:spPr>
        <p:txBody>
          <a:bodyPr/>
          <a:lstStyle/>
          <a:p>
            <a:endParaRPr lang="en-US"/>
          </a:p>
        </p:txBody>
      </p:sp>
      <p:sp>
        <p:nvSpPr>
          <p:cNvPr id="23" name="Slide Number Placeholder 5">
            <a:extLst>
              <a:ext uri="{FF2B5EF4-FFF2-40B4-BE49-F238E27FC236}">
                <a16:creationId xmlns:a16="http://schemas.microsoft.com/office/drawing/2014/main" id="{E5625D56-48D5-C359-DA22-883BB80D5722}"/>
              </a:ext>
            </a:extLst>
          </p:cNvPr>
          <p:cNvSpPr>
            <a:spLocks noGrp="1"/>
          </p:cNvSpPr>
          <p:nvPr>
            <p:ph type="sldNum" sz="quarter" idx="12"/>
          </p:nvPr>
        </p:nvSpPr>
        <p:spPr>
          <a:xfrm>
            <a:off x="329184" y="411480"/>
            <a:ext cx="521208" cy="310896"/>
          </a:xfrm>
        </p:spPr>
        <p:txBody>
          <a:bodyPr/>
          <a:lstStyle/>
          <a:p>
            <a:pPr>
              <a:spcAft>
                <a:spcPts val="600"/>
              </a:spcAft>
            </a:pPr>
            <a:fld id="{294A09A9-5501-47C1-A89A-A340965A2BE2}" type="slidenum">
              <a:rPr lang="en-US" smtClean="0"/>
              <a:pPr>
                <a:spcAft>
                  <a:spcPts val="600"/>
                </a:spcAft>
              </a:pPr>
              <a:t>8</a:t>
            </a:fld>
            <a:endParaRPr lang="en-US"/>
          </a:p>
        </p:txBody>
      </p:sp>
    </p:spTree>
    <p:extLst>
      <p:ext uri="{BB962C8B-B14F-4D97-AF65-F5344CB8AC3E}">
        <p14:creationId xmlns:p14="http://schemas.microsoft.com/office/powerpoint/2010/main" val="12132100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Title 68">
            <a:extLst>
              <a:ext uri="{FF2B5EF4-FFF2-40B4-BE49-F238E27FC236}">
                <a16:creationId xmlns:a16="http://schemas.microsoft.com/office/drawing/2014/main" id="{0B07383B-6310-56A6-B051-F4B962E11786}"/>
              </a:ext>
            </a:extLst>
          </p:cNvPr>
          <p:cNvSpPr>
            <a:spLocks noGrp="1"/>
          </p:cNvSpPr>
          <p:nvPr>
            <p:ph type="title"/>
          </p:nvPr>
        </p:nvSpPr>
        <p:spPr>
          <a:xfrm>
            <a:off x="850392" y="832104"/>
            <a:ext cx="10881360" cy="1069848"/>
          </a:xfrm>
        </p:spPr>
        <p:txBody>
          <a:bodyPr vert="horz" lIns="91440" tIns="45720" rIns="91440" bIns="45720" rtlCol="0" anchor="ctr">
            <a:normAutofit/>
          </a:bodyPr>
          <a:lstStyle/>
          <a:p>
            <a:r>
              <a:rPr lang="en-US" b="1" kern="1200" cap="all" spc="600" baseline="0">
                <a:latin typeface="+mj-lt"/>
                <a:ea typeface="+mj-ea"/>
                <a:cs typeface="+mj-cs"/>
              </a:rPr>
              <a:t>Findings (Price per Piece)</a:t>
            </a:r>
          </a:p>
        </p:txBody>
      </p:sp>
      <p:sp>
        <p:nvSpPr>
          <p:cNvPr id="33" name="TextBox 32">
            <a:extLst>
              <a:ext uri="{FF2B5EF4-FFF2-40B4-BE49-F238E27FC236}">
                <a16:creationId xmlns:a16="http://schemas.microsoft.com/office/drawing/2014/main" id="{29AA4618-EB70-3223-991C-CE984F389AA3}"/>
              </a:ext>
            </a:extLst>
          </p:cNvPr>
          <p:cNvSpPr txBox="1"/>
          <p:nvPr/>
        </p:nvSpPr>
        <p:spPr>
          <a:xfrm>
            <a:off x="838200" y="1825625"/>
            <a:ext cx="5181600" cy="4351338"/>
          </a:xfrm>
          <a:prstGeom prst="rect">
            <a:avLst/>
          </a:prstGeom>
        </p:spPr>
        <p:txBody>
          <a:bodyPr rot="0" spcFirstLastPara="0" vertOverflow="overflow" horzOverflow="overflow" vert="horz" wrap="square" lIns="91440" tIns="45720" rIns="91440" bIns="45720" numCol="1" spcCol="0" rtlCol="0" fromWordArt="0" anchor="t" anchorCtr="0" forceAA="0" compatLnSpc="1">
            <a:prstTxWarp prst="textNoShape">
              <a:avLst/>
            </a:prstTxWarp>
            <a:normAutofit/>
          </a:bodyPr>
          <a:lstStyle/>
          <a:p>
            <a:pPr>
              <a:lnSpc>
                <a:spcPct val="90000"/>
              </a:lnSpc>
              <a:spcBef>
                <a:spcPts val="1000"/>
              </a:spcBef>
              <a:buClr>
                <a:schemeClr val="accent6"/>
              </a:buClr>
            </a:pPr>
            <a:r>
              <a:rPr lang="en-US" sz="2400" b="1" i="1">
                <a:solidFill>
                  <a:schemeClr val="bg1"/>
                </a:solidFill>
                <a:cs typeface="Segoe UI"/>
              </a:rPr>
              <a:t>Average Price per Piece:</a:t>
            </a:r>
            <a:endParaRPr lang="en-US" sz="2400" b="1">
              <a:solidFill>
                <a:schemeClr val="bg1"/>
              </a:solidFill>
              <a:cs typeface="Segoe UI"/>
            </a:endParaRPr>
          </a:p>
          <a:p>
            <a:pPr marL="228600" indent="-347345">
              <a:lnSpc>
                <a:spcPct val="90000"/>
              </a:lnSpc>
              <a:spcBef>
                <a:spcPts val="1000"/>
              </a:spcBef>
              <a:buClr>
                <a:schemeClr val="accent6"/>
              </a:buClr>
              <a:buFont typeface="Courier New" panose="02070309020205020404" pitchFamily="49" charset="0"/>
              <a:buChar char="o"/>
            </a:pPr>
            <a:r>
              <a:rPr lang="en-US" sz="2000">
                <a:solidFill>
                  <a:schemeClr val="bg1"/>
                </a:solidFill>
                <a:cs typeface="Segoe UI"/>
              </a:rPr>
              <a:t>2018 = lowest price per piece</a:t>
            </a:r>
          </a:p>
          <a:p>
            <a:pPr marL="228600" indent="-347345">
              <a:lnSpc>
                <a:spcPct val="90000"/>
              </a:lnSpc>
              <a:spcBef>
                <a:spcPts val="1000"/>
              </a:spcBef>
              <a:buClr>
                <a:schemeClr val="accent6"/>
              </a:buClr>
              <a:buFont typeface="Courier New" panose="02070309020205020404" pitchFamily="49" charset="0"/>
              <a:buChar char="o"/>
            </a:pPr>
            <a:r>
              <a:rPr lang="en-US" sz="2000">
                <a:solidFill>
                  <a:schemeClr val="bg1"/>
                </a:solidFill>
                <a:cs typeface="Segoe UI"/>
              </a:rPr>
              <a:t>2019 = highest price per piece (worst value)</a:t>
            </a:r>
          </a:p>
          <a:p>
            <a:pPr marL="228600" indent="-347345">
              <a:lnSpc>
                <a:spcPct val="90000"/>
              </a:lnSpc>
              <a:spcBef>
                <a:spcPts val="1000"/>
              </a:spcBef>
              <a:buClr>
                <a:schemeClr val="accent6"/>
              </a:buClr>
              <a:buFont typeface="Courier New" panose="02070309020205020404" pitchFamily="49" charset="0"/>
              <a:buChar char="o"/>
            </a:pPr>
            <a:r>
              <a:rPr lang="en-US" sz="2000">
                <a:solidFill>
                  <a:schemeClr val="bg1"/>
                </a:solidFill>
                <a:cs typeface="Segoe UI"/>
              </a:rPr>
              <a:t>2020 = slight improvement, but still above 2018</a:t>
            </a:r>
          </a:p>
          <a:p>
            <a:pPr marL="228600" indent="-347345">
              <a:lnSpc>
                <a:spcPct val="90000"/>
              </a:lnSpc>
              <a:spcBef>
                <a:spcPts val="1000"/>
              </a:spcBef>
              <a:buClr>
                <a:schemeClr val="accent6"/>
              </a:buClr>
              <a:buFont typeface="Courier New" panose="02070309020205020404" pitchFamily="49" charset="0"/>
              <a:buChar char="o"/>
            </a:pPr>
            <a:endParaRPr lang="en-US" sz="2000">
              <a:solidFill>
                <a:schemeClr val="bg1"/>
              </a:solidFill>
              <a:cs typeface="Segoe UI"/>
            </a:endParaRPr>
          </a:p>
          <a:p>
            <a:pPr>
              <a:lnSpc>
                <a:spcPct val="90000"/>
              </a:lnSpc>
              <a:spcBef>
                <a:spcPts val="1000"/>
              </a:spcBef>
              <a:buClr>
                <a:schemeClr val="accent6"/>
              </a:buClr>
            </a:pPr>
            <a:r>
              <a:rPr lang="en-US" sz="2400" b="1" i="1">
                <a:solidFill>
                  <a:schemeClr val="bg1"/>
                </a:solidFill>
                <a:cs typeface="Segoe UI"/>
              </a:rPr>
              <a:t>Interpretation:</a:t>
            </a:r>
          </a:p>
          <a:p>
            <a:pPr marL="228600" indent="-347345">
              <a:lnSpc>
                <a:spcPct val="90000"/>
              </a:lnSpc>
              <a:spcBef>
                <a:spcPts val="1000"/>
              </a:spcBef>
              <a:buClr>
                <a:schemeClr val="accent6"/>
              </a:buClr>
              <a:buFont typeface="Courier New" panose="02070309020205020404" pitchFamily="49" charset="0"/>
              <a:buChar char="o"/>
            </a:pPr>
            <a:r>
              <a:rPr lang="en-US" sz="2000">
                <a:solidFill>
                  <a:schemeClr val="bg1"/>
                </a:solidFill>
                <a:cs typeface="Segoe UI"/>
              </a:rPr>
              <a:t>LEGO sets did not just get more expensive</a:t>
            </a:r>
            <a:endParaRPr lang="en-US" sz="2000" b="1">
              <a:solidFill>
                <a:schemeClr val="bg1"/>
              </a:solidFill>
              <a:cs typeface="Segoe UI"/>
            </a:endParaRPr>
          </a:p>
          <a:p>
            <a:pPr marL="228600" indent="-347345">
              <a:lnSpc>
                <a:spcPct val="90000"/>
              </a:lnSpc>
              <a:spcBef>
                <a:spcPts val="1000"/>
              </a:spcBef>
              <a:buClr>
                <a:schemeClr val="accent6"/>
              </a:buClr>
              <a:buFont typeface="Courier New" panose="02070309020205020404" pitchFamily="49" charset="0"/>
              <a:buChar char="o"/>
            </a:pPr>
            <a:r>
              <a:rPr lang="en-US" sz="2000" b="1">
                <a:solidFill>
                  <a:schemeClr val="bg1"/>
                </a:solidFill>
                <a:cs typeface="Segoe UI"/>
              </a:rPr>
              <a:t>The value per piece also decreased in 2019</a:t>
            </a:r>
          </a:p>
          <a:p>
            <a:pPr marL="228600" indent="-347345">
              <a:lnSpc>
                <a:spcPct val="90000"/>
              </a:lnSpc>
              <a:spcBef>
                <a:spcPts val="1000"/>
              </a:spcBef>
              <a:buClr>
                <a:schemeClr val="accent6"/>
              </a:buClr>
              <a:buFont typeface="Courier New" panose="02070309020205020404" pitchFamily="49" charset="0"/>
              <a:buChar char="o"/>
            </a:pPr>
            <a:r>
              <a:rPr lang="en-US" sz="2000">
                <a:solidFill>
                  <a:schemeClr val="bg1"/>
                </a:solidFill>
                <a:cs typeface="Segoe UI"/>
              </a:rPr>
              <a:t>2020 improved, but value didn’t return to 2018 levels</a:t>
            </a:r>
          </a:p>
          <a:p>
            <a:pPr marL="228600" indent="-347345">
              <a:lnSpc>
                <a:spcPct val="90000"/>
              </a:lnSpc>
              <a:spcBef>
                <a:spcPts val="1000"/>
              </a:spcBef>
              <a:buClr>
                <a:schemeClr val="accent6"/>
              </a:buClr>
              <a:buFont typeface="Courier New" panose="02070309020205020404" pitchFamily="49" charset="0"/>
              <a:buChar char="o"/>
            </a:pPr>
            <a:endParaRPr lang="en-US" sz="2000">
              <a:solidFill>
                <a:schemeClr val="bg1"/>
              </a:solidFill>
              <a:cs typeface="Segoe UI" panose="020B0502040204020203" pitchFamily="34" charset="0"/>
            </a:endParaRPr>
          </a:p>
        </p:txBody>
      </p:sp>
      <p:pic>
        <p:nvPicPr>
          <p:cNvPr id="34" name="Picture 33" descr="A graph with numbers and a line&#10;&#10;AI-generated content may be incorrect.">
            <a:extLst>
              <a:ext uri="{FF2B5EF4-FFF2-40B4-BE49-F238E27FC236}">
                <a16:creationId xmlns:a16="http://schemas.microsoft.com/office/drawing/2014/main" id="{0C0CF748-459B-D037-A730-FF39F0FE2C06}"/>
              </a:ext>
            </a:extLst>
          </p:cNvPr>
          <p:cNvPicPr>
            <a:picLocks noChangeAspect="1"/>
          </p:cNvPicPr>
          <p:nvPr/>
        </p:nvPicPr>
        <p:blipFill>
          <a:blip r:embed="rId2"/>
          <a:stretch>
            <a:fillRect/>
          </a:stretch>
        </p:blipFill>
        <p:spPr>
          <a:xfrm>
            <a:off x="6172200" y="2071149"/>
            <a:ext cx="5181600" cy="3860290"/>
          </a:xfrm>
          <a:prstGeom prst="rect">
            <a:avLst/>
          </a:prstGeom>
          <a:noFill/>
        </p:spPr>
      </p:pic>
      <p:sp>
        <p:nvSpPr>
          <p:cNvPr id="76" name="Slide Number Placeholder 5">
            <a:extLst>
              <a:ext uri="{FF2B5EF4-FFF2-40B4-BE49-F238E27FC236}">
                <a16:creationId xmlns:a16="http://schemas.microsoft.com/office/drawing/2014/main" id="{2D31955F-44BA-7A3A-4673-60C44FD03833}"/>
              </a:ext>
            </a:extLst>
          </p:cNvPr>
          <p:cNvSpPr>
            <a:spLocks noGrp="1"/>
          </p:cNvSpPr>
          <p:nvPr>
            <p:ph type="sldNum" sz="quarter" idx="12"/>
          </p:nvPr>
        </p:nvSpPr>
        <p:spPr>
          <a:xfrm>
            <a:off x="329184" y="411480"/>
            <a:ext cx="521208" cy="310896"/>
          </a:xfrm>
        </p:spPr>
        <p:txBody>
          <a:bodyPr/>
          <a:lstStyle/>
          <a:p>
            <a:pPr>
              <a:spcAft>
                <a:spcPts val="600"/>
              </a:spcAft>
            </a:pPr>
            <a:fld id="{294A09A9-5501-47C1-A89A-A340965A2BE2}" type="slidenum">
              <a:rPr lang="en-US" smtClean="0"/>
              <a:pPr>
                <a:spcAft>
                  <a:spcPts val="600"/>
                </a:spcAft>
              </a:pPr>
              <a:t>9</a:t>
            </a:fld>
            <a:endParaRPr lang="en-US"/>
          </a:p>
        </p:txBody>
      </p:sp>
    </p:spTree>
    <p:extLst>
      <p:ext uri="{BB962C8B-B14F-4D97-AF65-F5344CB8AC3E}">
        <p14:creationId xmlns:p14="http://schemas.microsoft.com/office/powerpoint/2010/main" val="14301381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509BF2-0265-CCC0-A7BA-AF361125F0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058DDD-1DAA-D592-1C04-874BB0EA8EFC}"/>
              </a:ext>
            </a:extLst>
          </p:cNvPr>
          <p:cNvSpPr>
            <a:spLocks noGrp="1"/>
          </p:cNvSpPr>
          <p:nvPr>
            <p:ph type="title"/>
          </p:nvPr>
        </p:nvSpPr>
        <p:spPr>
          <a:xfrm>
            <a:off x="655320" y="610380"/>
            <a:ext cx="10881360" cy="1069848"/>
          </a:xfrm>
        </p:spPr>
        <p:txBody>
          <a:bodyPr/>
          <a:lstStyle/>
          <a:p>
            <a:r>
              <a:rPr lang="en-US"/>
              <a:t>An Age-Based Pricing Analysis of LEGO Sets</a:t>
            </a:r>
            <a:endParaRPr lang="en-US" sz="4000" b="1" spc="600">
              <a:ln w="28575">
                <a:noFill/>
                <a:prstDash val="solid"/>
              </a:ln>
              <a:latin typeface="Tw Cen MT" panose="020B0602020104020603" pitchFamily="34" charset="77"/>
            </a:endParaRPr>
          </a:p>
        </p:txBody>
      </p:sp>
      <p:sp>
        <p:nvSpPr>
          <p:cNvPr id="5" name="Slide Number Placeholder 4">
            <a:extLst>
              <a:ext uri="{FF2B5EF4-FFF2-40B4-BE49-F238E27FC236}">
                <a16:creationId xmlns:a16="http://schemas.microsoft.com/office/drawing/2014/main" id="{900AC501-B4B6-53D0-C508-C02A8335FFD5}"/>
              </a:ext>
            </a:extLst>
          </p:cNvPr>
          <p:cNvSpPr>
            <a:spLocks noGrp="1"/>
          </p:cNvSpPr>
          <p:nvPr>
            <p:ph type="sldNum" sz="quarter" idx="11"/>
          </p:nvPr>
        </p:nvSpPr>
        <p:spPr/>
        <p:txBody>
          <a:bodyPr/>
          <a:lstStyle/>
          <a:p>
            <a:fld id="{294A09A9-5501-47C1-A89A-A340965A2BE2}" type="slidenum">
              <a:rPr lang="en-US" smtClean="0"/>
              <a:pPr/>
              <a:t>10</a:t>
            </a:fld>
            <a:endParaRPr lang="en-US"/>
          </a:p>
        </p:txBody>
      </p:sp>
      <p:sp>
        <p:nvSpPr>
          <p:cNvPr id="7" name="Content Placeholder 6">
            <a:extLst>
              <a:ext uri="{FF2B5EF4-FFF2-40B4-BE49-F238E27FC236}">
                <a16:creationId xmlns:a16="http://schemas.microsoft.com/office/drawing/2014/main" id="{2F18BBEF-0312-17E8-1666-02678533D288}"/>
              </a:ext>
            </a:extLst>
          </p:cNvPr>
          <p:cNvSpPr>
            <a:spLocks noGrp="1"/>
          </p:cNvSpPr>
          <p:nvPr>
            <p:ph idx="1"/>
          </p:nvPr>
        </p:nvSpPr>
        <p:spPr>
          <a:xfrm>
            <a:off x="929640" y="1879128"/>
            <a:ext cx="10332720" cy="3547872"/>
          </a:xfrm>
        </p:spPr>
        <p:txBody>
          <a:bodyPr vert="horz" lIns="91440" tIns="45720" rIns="91440" bIns="45720" rtlCol="0" anchor="t">
            <a:noAutofit/>
          </a:bodyPr>
          <a:lstStyle/>
          <a:p>
            <a:pPr marL="0" indent="0">
              <a:buNone/>
            </a:pPr>
            <a:r>
              <a:rPr lang="en-US" sz="2400" b="1" i="1">
                <a:ea typeface="+mn-lt"/>
                <a:cs typeface="+mn-lt"/>
              </a:rPr>
              <a:t>Why this matters:</a:t>
            </a:r>
          </a:p>
          <a:p>
            <a:pPr marL="0" indent="0">
              <a:buNone/>
            </a:pPr>
            <a:br>
              <a:rPr lang="en-US" sz="2000"/>
            </a:br>
            <a:r>
              <a:rPr lang="en-US" sz="2000"/>
              <a:t>When buying LEGO gifts, parents often wonder:</a:t>
            </a:r>
          </a:p>
          <a:p>
            <a:r>
              <a:rPr lang="en-US" sz="2000"/>
              <a:t>"Why does this 8+ set cost so much more than this 6+ set?"</a:t>
            </a:r>
          </a:p>
          <a:p>
            <a:r>
              <a:rPr lang="en-US" sz="2000"/>
              <a:t>"Am I getting good value for older vs younger kids' sets?"</a:t>
            </a:r>
          </a:p>
          <a:p>
            <a:pPr marL="0" indent="0">
              <a:buNone/>
            </a:pPr>
            <a:endParaRPr lang="en-US" sz="2400" b="1" i="1"/>
          </a:p>
          <a:p>
            <a:pPr marL="0" indent="0">
              <a:buNone/>
            </a:pPr>
            <a:r>
              <a:rPr lang="en-US" sz="2400" b="1" i="1"/>
              <a:t>Impact:</a:t>
            </a:r>
          </a:p>
          <a:p>
            <a:r>
              <a:rPr lang="en-US" sz="2000"/>
              <a:t>Need to budget appropriately for birthdays and holidays</a:t>
            </a:r>
          </a:p>
          <a:p>
            <a:r>
              <a:rPr lang="en-US" sz="2000"/>
              <a:t>Understand LEGO's pricing strategy across age groups</a:t>
            </a:r>
          </a:p>
          <a:p>
            <a:r>
              <a:rPr lang="en-US" sz="2000" b="1"/>
              <a:t>Value Perception:</a:t>
            </a:r>
            <a:r>
              <a:rPr lang="en-US" sz="2000"/>
              <a:t> Are older kids getting more or less value for money?</a:t>
            </a:r>
          </a:p>
          <a:p>
            <a:r>
              <a:rPr lang="en-US" sz="2000" b="1"/>
              <a:t>Market Insights:</a:t>
            </a:r>
            <a:r>
              <a:rPr lang="en-US" sz="2000"/>
              <a:t> How does LEGO segment its market by age and price?</a:t>
            </a:r>
          </a:p>
          <a:p>
            <a:pPr marL="0" indent="0">
              <a:buNone/>
            </a:pPr>
            <a:endParaRPr lang="en-US"/>
          </a:p>
          <a:p>
            <a:pPr marL="0" indent="0">
              <a:buNone/>
            </a:pPr>
            <a:endParaRPr lang="en-US"/>
          </a:p>
        </p:txBody>
      </p:sp>
    </p:spTree>
    <p:extLst>
      <p:ext uri="{BB962C8B-B14F-4D97-AF65-F5344CB8AC3E}">
        <p14:creationId xmlns:p14="http://schemas.microsoft.com/office/powerpoint/2010/main" val="14402131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0209C-C5D4-C360-69CD-007A6BB429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D4F9CB-B204-969D-61B2-489A227B435B}"/>
              </a:ext>
            </a:extLst>
          </p:cNvPr>
          <p:cNvSpPr>
            <a:spLocks noGrp="1"/>
          </p:cNvSpPr>
          <p:nvPr>
            <p:ph type="title"/>
          </p:nvPr>
        </p:nvSpPr>
        <p:spPr>
          <a:xfrm>
            <a:off x="655320" y="278987"/>
            <a:ext cx="10881360" cy="1069848"/>
          </a:xfrm>
        </p:spPr>
        <p:txBody>
          <a:bodyPr/>
          <a:lstStyle/>
          <a:p>
            <a:r>
              <a:rPr lang="en-US"/>
              <a:t>Data Prep and Key Metrics</a:t>
            </a:r>
            <a:endParaRPr lang="en-US" sz="4000" b="1" spc="600">
              <a:ln w="28575">
                <a:noFill/>
                <a:prstDash val="solid"/>
              </a:ln>
              <a:latin typeface="Tw Cen MT" panose="020B0602020104020603" pitchFamily="34" charset="77"/>
            </a:endParaRPr>
          </a:p>
        </p:txBody>
      </p:sp>
      <p:sp>
        <p:nvSpPr>
          <p:cNvPr id="5" name="Slide Number Placeholder 4">
            <a:extLst>
              <a:ext uri="{FF2B5EF4-FFF2-40B4-BE49-F238E27FC236}">
                <a16:creationId xmlns:a16="http://schemas.microsoft.com/office/drawing/2014/main" id="{B159CFB5-165C-C56B-C065-02CFD48B0BC0}"/>
              </a:ext>
            </a:extLst>
          </p:cNvPr>
          <p:cNvSpPr>
            <a:spLocks noGrp="1"/>
          </p:cNvSpPr>
          <p:nvPr>
            <p:ph type="sldNum" sz="quarter" idx="11"/>
          </p:nvPr>
        </p:nvSpPr>
        <p:spPr/>
        <p:txBody>
          <a:bodyPr/>
          <a:lstStyle/>
          <a:p>
            <a:fld id="{294A09A9-5501-47C1-A89A-A340965A2BE2}" type="slidenum">
              <a:rPr lang="en-US" smtClean="0"/>
              <a:pPr/>
              <a:t>11</a:t>
            </a:fld>
            <a:endParaRPr lang="en-US"/>
          </a:p>
        </p:txBody>
      </p:sp>
      <p:sp>
        <p:nvSpPr>
          <p:cNvPr id="7" name="Content Placeholder 6">
            <a:extLst>
              <a:ext uri="{FF2B5EF4-FFF2-40B4-BE49-F238E27FC236}">
                <a16:creationId xmlns:a16="http://schemas.microsoft.com/office/drawing/2014/main" id="{D12CB949-52C8-B8EA-E69F-A452C2BF23B3}"/>
              </a:ext>
            </a:extLst>
          </p:cNvPr>
          <p:cNvSpPr>
            <a:spLocks noGrp="1"/>
          </p:cNvSpPr>
          <p:nvPr>
            <p:ph idx="1"/>
          </p:nvPr>
        </p:nvSpPr>
        <p:spPr>
          <a:xfrm>
            <a:off x="1033968" y="1566144"/>
            <a:ext cx="10332720" cy="4810107"/>
          </a:xfrm>
        </p:spPr>
        <p:txBody>
          <a:bodyPr vert="horz" lIns="91440" tIns="45720" rIns="91440" bIns="45720" rtlCol="0" anchor="t">
            <a:noAutofit/>
          </a:bodyPr>
          <a:lstStyle/>
          <a:p>
            <a:pPr marL="0" indent="0">
              <a:buNone/>
            </a:pPr>
            <a:r>
              <a:rPr lang="en-US" sz="2000" i="1">
                <a:solidFill>
                  <a:schemeClr val="accent2">
                    <a:lumMod val="75000"/>
                  </a:schemeClr>
                </a:solidFill>
              </a:rPr>
              <a:t>Data Preparation:</a:t>
            </a:r>
          </a:p>
          <a:p>
            <a:pPr lvl="1"/>
            <a:r>
              <a:rPr lang="en-US" sz="2000"/>
              <a:t>Analyzed 1,065 LEGO sets (2018-2020)</a:t>
            </a:r>
          </a:p>
          <a:p>
            <a:pPr lvl="1"/>
            <a:r>
              <a:rPr lang="en-US" sz="2000"/>
              <a:t>Categorized into 4 age groups:</a:t>
            </a:r>
          </a:p>
          <a:p>
            <a:pPr lvl="2"/>
            <a:r>
              <a:rPr lang="en-US"/>
              <a:t>Young Kids (0-3)</a:t>
            </a:r>
          </a:p>
          <a:p>
            <a:pPr lvl="2"/>
            <a:r>
              <a:rPr lang="en-US"/>
              <a:t>Kids (4-6)</a:t>
            </a:r>
          </a:p>
          <a:p>
            <a:pPr lvl="2"/>
            <a:r>
              <a:rPr lang="en-US"/>
              <a:t>Older Kids (7-9)</a:t>
            </a:r>
          </a:p>
          <a:p>
            <a:pPr lvl="2"/>
            <a:r>
              <a:rPr lang="en-US"/>
              <a:t>Teens/Adults (10+)</a:t>
            </a:r>
          </a:p>
          <a:p>
            <a:pPr marL="0" indent="0">
              <a:buNone/>
            </a:pPr>
            <a:r>
              <a:rPr lang="en-US" sz="2000" i="1">
                <a:solidFill>
                  <a:schemeClr val="accent2">
                    <a:lumMod val="75000"/>
                  </a:schemeClr>
                </a:solidFill>
              </a:rPr>
              <a:t>Key Metrics:</a:t>
            </a:r>
          </a:p>
          <a:p>
            <a:pPr lvl="1"/>
            <a:r>
              <a:rPr lang="en-US" sz="2000" b="1"/>
              <a:t>Average Price:</a:t>
            </a:r>
            <a:r>
              <a:rPr lang="en-US" sz="2000"/>
              <a:t> Total cost of sets in each group</a:t>
            </a:r>
          </a:p>
          <a:p>
            <a:pPr lvl="1"/>
            <a:r>
              <a:rPr lang="en-US" sz="2000" b="1"/>
              <a:t>Price per Piece:</a:t>
            </a:r>
            <a:r>
              <a:rPr lang="en-US" sz="2000"/>
              <a:t> Price ÷ Number of pieces</a:t>
            </a:r>
          </a:p>
          <a:p>
            <a:pPr lvl="1"/>
            <a:r>
              <a:rPr lang="en-US" sz="2000" b="1"/>
              <a:t>Comparison:</a:t>
            </a:r>
            <a:r>
              <a:rPr lang="en-US" sz="2000"/>
              <a:t> Younger (0-6) vs Older (7+) groups</a:t>
            </a:r>
          </a:p>
          <a:p>
            <a:pPr marL="338328" lvl="1" indent="0">
              <a:buNone/>
            </a:pPr>
            <a:endParaRPr lang="en-US" sz="2000"/>
          </a:p>
          <a:p>
            <a:pPr marL="0" indent="0">
              <a:buNone/>
            </a:pPr>
            <a:r>
              <a:rPr lang="en-US" sz="2000" b="1">
                <a:solidFill>
                  <a:schemeClr val="bg2">
                    <a:lumMod val="10000"/>
                  </a:schemeClr>
                </a:solidFill>
                <a:highlight>
                  <a:srgbClr val="FFFF00"/>
                </a:highlight>
              </a:rPr>
              <a:t>Formula Example:</a:t>
            </a:r>
            <a:r>
              <a:rPr lang="en-US" sz="2000"/>
              <a:t> </a:t>
            </a:r>
            <a:r>
              <a:rPr lang="en-US" sz="2000" b="1" i="1">
                <a:solidFill>
                  <a:schemeClr val="tx2">
                    <a:lumMod val="20000"/>
                    <a:lumOff val="80000"/>
                  </a:schemeClr>
                </a:solidFill>
              </a:rPr>
              <a:t>Price per Piece = Total Price ÷ Total Pieces in Age Group</a:t>
            </a:r>
          </a:p>
          <a:p>
            <a:pPr marL="0" indent="0">
              <a:buNone/>
            </a:pPr>
            <a:endParaRPr lang="en-US" sz="2000"/>
          </a:p>
          <a:p>
            <a:pPr marL="0" indent="0">
              <a:buNone/>
            </a:pPr>
            <a:endParaRPr lang="en-US" sz="2000"/>
          </a:p>
        </p:txBody>
      </p:sp>
      <p:pic>
        <p:nvPicPr>
          <p:cNvPr id="4" name="Picture 3" descr="A screen shot of a computer&#10;&#10;AI-generated content may be incorrect.">
            <a:extLst>
              <a:ext uri="{FF2B5EF4-FFF2-40B4-BE49-F238E27FC236}">
                <a16:creationId xmlns:a16="http://schemas.microsoft.com/office/drawing/2014/main" id="{CEF2A02E-87D0-F582-F506-B0D8270B6974}"/>
              </a:ext>
            </a:extLst>
          </p:cNvPr>
          <p:cNvPicPr>
            <a:picLocks noChangeAspect="1"/>
          </p:cNvPicPr>
          <p:nvPr/>
        </p:nvPicPr>
        <p:blipFill>
          <a:blip r:embed="rId2"/>
          <a:stretch>
            <a:fillRect/>
          </a:stretch>
        </p:blipFill>
        <p:spPr>
          <a:xfrm>
            <a:off x="7503575" y="1739103"/>
            <a:ext cx="4011094" cy="2826760"/>
          </a:xfrm>
          <a:prstGeom prst="rect">
            <a:avLst/>
          </a:prstGeom>
        </p:spPr>
      </p:pic>
    </p:spTree>
    <p:extLst>
      <p:ext uri="{BB962C8B-B14F-4D97-AF65-F5344CB8AC3E}">
        <p14:creationId xmlns:p14="http://schemas.microsoft.com/office/powerpoint/2010/main" val="29141961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7310B5-D907-A977-7A9C-69F8BEB7BB3F}"/>
              </a:ext>
            </a:extLst>
          </p:cNvPr>
          <p:cNvSpPr>
            <a:spLocks noGrp="1"/>
          </p:cNvSpPr>
          <p:nvPr>
            <p:ph type="ctrTitle"/>
          </p:nvPr>
        </p:nvSpPr>
        <p:spPr>
          <a:xfrm>
            <a:off x="635165" y="-46"/>
            <a:ext cx="11173533" cy="1069848"/>
          </a:xfrm>
        </p:spPr>
        <p:txBody>
          <a:bodyPr/>
          <a:lstStyle/>
          <a:p>
            <a:r>
              <a:rPr lang="en-US" sz="3600"/>
              <a:t>Findings and Key Discoveries</a:t>
            </a:r>
          </a:p>
        </p:txBody>
      </p:sp>
      <p:sp>
        <p:nvSpPr>
          <p:cNvPr id="3" name="Subtitle 2">
            <a:extLst>
              <a:ext uri="{FF2B5EF4-FFF2-40B4-BE49-F238E27FC236}">
                <a16:creationId xmlns:a16="http://schemas.microsoft.com/office/drawing/2014/main" id="{C05FF0B8-5B51-7376-0271-8D849CA3F8A8}"/>
              </a:ext>
            </a:extLst>
          </p:cNvPr>
          <p:cNvSpPr>
            <a:spLocks noGrp="1"/>
          </p:cNvSpPr>
          <p:nvPr>
            <p:ph type="subTitle" idx="1"/>
          </p:nvPr>
        </p:nvSpPr>
        <p:spPr>
          <a:xfrm>
            <a:off x="255704" y="1141466"/>
            <a:ext cx="5500720" cy="5062489"/>
          </a:xfrm>
        </p:spPr>
        <p:txBody>
          <a:bodyPr/>
          <a:lstStyle/>
          <a:p>
            <a:pPr algn="l"/>
            <a:r>
              <a:rPr lang="en-US" sz="1600" b="1">
                <a:solidFill>
                  <a:schemeClr val="accent1">
                    <a:lumMod val="75000"/>
                  </a:schemeClr>
                </a:solidFill>
              </a:rPr>
              <a:t>The Findings:</a:t>
            </a:r>
          </a:p>
          <a:p>
            <a:pPr marL="285750" indent="-285750" algn="l">
              <a:buFont typeface="Arial" panose="020B0604020202020204" pitchFamily="34" charset="0"/>
              <a:buChar char="•"/>
            </a:pPr>
            <a:r>
              <a:rPr lang="en-CA" sz="1600" b="1"/>
              <a:t>Older sets cost significantly more</a:t>
            </a:r>
            <a:r>
              <a:rPr lang="en-CA" sz="1600"/>
              <a:t> </a:t>
            </a:r>
          </a:p>
          <a:p>
            <a:pPr lvl="1" algn="l"/>
            <a:r>
              <a:rPr lang="en-CA" sz="1400">
                <a:solidFill>
                  <a:schemeClr val="tx2">
                    <a:lumMod val="20000"/>
                    <a:lumOff val="80000"/>
                  </a:schemeClr>
                </a:solidFill>
              </a:rPr>
              <a:t>Teens/Adults sets average $112 vs Kids sets at $24</a:t>
            </a:r>
          </a:p>
          <a:p>
            <a:pPr marL="285750" indent="-285750" algn="l">
              <a:buFont typeface="Arial" panose="020B0604020202020204" pitchFamily="34" charset="0"/>
              <a:buChar char="•"/>
            </a:pPr>
            <a:r>
              <a:rPr lang="en-CA" sz="1600" b="1"/>
              <a:t>But price per piece tells a different story</a:t>
            </a:r>
          </a:p>
          <a:p>
            <a:pPr lvl="1" algn="l"/>
            <a:r>
              <a:rPr lang="en-CA" sz="1400">
                <a:solidFill>
                  <a:schemeClr val="tx2">
                    <a:lumMod val="20000"/>
                    <a:lumOff val="80000"/>
                  </a:schemeClr>
                </a:solidFill>
              </a:rPr>
              <a:t>Younger kids get fewer pieces per dollar</a:t>
            </a:r>
          </a:p>
          <a:p>
            <a:pPr marL="285750" indent="-285750" algn="l">
              <a:buFont typeface="Arial" panose="020B0604020202020204" pitchFamily="34" charset="0"/>
              <a:buChar char="•"/>
            </a:pPr>
            <a:r>
              <a:rPr lang="en-CA" sz="1600" b="1"/>
              <a:t>Most expensive per piece</a:t>
            </a:r>
          </a:p>
          <a:p>
            <a:pPr lvl="1" algn="l"/>
            <a:r>
              <a:rPr lang="en-CA" sz="1400">
                <a:solidFill>
                  <a:schemeClr val="tx2">
                    <a:lumMod val="20000"/>
                    <a:lumOff val="80000"/>
                  </a:schemeClr>
                </a:solidFill>
              </a:rPr>
              <a:t>Older Kids (7-9) at $0.97/piece</a:t>
            </a:r>
          </a:p>
          <a:p>
            <a:pPr marL="285750" indent="-285750" algn="l">
              <a:buFont typeface="Arial" panose="020B0604020202020204" pitchFamily="34" charset="0"/>
              <a:buChar char="•"/>
            </a:pPr>
            <a:r>
              <a:rPr lang="en-CA" sz="1600" b="1"/>
              <a:t>Best value per piece</a:t>
            </a:r>
          </a:p>
          <a:p>
            <a:pPr lvl="1" algn="l"/>
            <a:r>
              <a:rPr lang="en-CA" sz="1400"/>
              <a:t> </a:t>
            </a:r>
            <a:r>
              <a:rPr lang="en-CA" sz="1400">
                <a:solidFill>
                  <a:schemeClr val="tx2">
                    <a:lumMod val="20000"/>
                    <a:lumOff val="80000"/>
                  </a:schemeClr>
                </a:solidFill>
              </a:rPr>
              <a:t>Teens/Adults (10+) at $0.09/piece</a:t>
            </a:r>
          </a:p>
          <a:p>
            <a:pPr marL="285750" indent="-285750" algn="l">
              <a:buFont typeface="Arial" panose="020B0604020202020204" pitchFamily="34" charset="0"/>
              <a:buChar char="•"/>
            </a:pPr>
            <a:endParaRPr lang="en-US" sz="1600"/>
          </a:p>
        </p:txBody>
      </p:sp>
      <p:pic>
        <p:nvPicPr>
          <p:cNvPr id="11" name="Picture 10" descr="A screenshot of a graph">
            <a:extLst>
              <a:ext uri="{FF2B5EF4-FFF2-40B4-BE49-F238E27FC236}">
                <a16:creationId xmlns:a16="http://schemas.microsoft.com/office/drawing/2014/main" id="{92ED56FB-6BFA-40A2-9689-CB477E71F225}"/>
              </a:ext>
            </a:extLst>
          </p:cNvPr>
          <p:cNvPicPr>
            <a:picLocks noChangeAspect="1"/>
          </p:cNvPicPr>
          <p:nvPr/>
        </p:nvPicPr>
        <p:blipFill>
          <a:blip r:embed="rId2"/>
          <a:stretch>
            <a:fillRect/>
          </a:stretch>
        </p:blipFill>
        <p:spPr>
          <a:xfrm>
            <a:off x="5308786" y="1461978"/>
            <a:ext cx="6627509" cy="2759615"/>
          </a:xfrm>
          <a:prstGeom prst="rect">
            <a:avLst/>
          </a:prstGeom>
        </p:spPr>
      </p:pic>
      <p:sp>
        <p:nvSpPr>
          <p:cNvPr id="17" name="TextBox 16">
            <a:extLst>
              <a:ext uri="{FF2B5EF4-FFF2-40B4-BE49-F238E27FC236}">
                <a16:creationId xmlns:a16="http://schemas.microsoft.com/office/drawing/2014/main" id="{CF27EE26-9639-6D12-08B2-A67D0A1EEFEC}"/>
              </a:ext>
            </a:extLst>
          </p:cNvPr>
          <p:cNvSpPr txBox="1"/>
          <p:nvPr/>
        </p:nvSpPr>
        <p:spPr>
          <a:xfrm>
            <a:off x="165697" y="3975926"/>
            <a:ext cx="3814699" cy="369332"/>
          </a:xfrm>
          <a:prstGeom prst="rect">
            <a:avLst/>
          </a:prstGeom>
          <a:noFill/>
        </p:spPr>
        <p:txBody>
          <a:bodyPr wrap="none" rtlCol="0">
            <a:spAutoFit/>
          </a:bodyPr>
          <a:lstStyle/>
          <a:p>
            <a:r>
              <a:rPr lang="en-US" b="1">
                <a:solidFill>
                  <a:schemeClr val="tx2"/>
                </a:solidFill>
              </a:rPr>
              <a:t>Price Increases Dramatically with Age:</a:t>
            </a:r>
            <a:endParaRPr lang="en-CA">
              <a:solidFill>
                <a:schemeClr val="tx2"/>
              </a:solidFill>
            </a:endParaRPr>
          </a:p>
        </p:txBody>
      </p:sp>
      <p:graphicFrame>
        <p:nvGraphicFramePr>
          <p:cNvPr id="18" name="Table 17">
            <a:extLst>
              <a:ext uri="{FF2B5EF4-FFF2-40B4-BE49-F238E27FC236}">
                <a16:creationId xmlns:a16="http://schemas.microsoft.com/office/drawing/2014/main" id="{BE11FBC0-0135-F628-FA23-CF4BF4CC77CB}"/>
              </a:ext>
            </a:extLst>
          </p:cNvPr>
          <p:cNvGraphicFramePr>
            <a:graphicFrameLocks noGrp="1"/>
          </p:cNvGraphicFramePr>
          <p:nvPr>
            <p:extLst>
              <p:ext uri="{D42A27DB-BD31-4B8C-83A1-F6EECF244321}">
                <p14:modId xmlns:p14="http://schemas.microsoft.com/office/powerpoint/2010/main" val="2479816051"/>
              </p:ext>
            </p:extLst>
          </p:nvPr>
        </p:nvGraphicFramePr>
        <p:xfrm>
          <a:off x="1322519" y="4468922"/>
          <a:ext cx="8128000" cy="18542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672633037"/>
                    </a:ext>
                  </a:extLst>
                </a:gridCol>
                <a:gridCol w="1990732">
                  <a:extLst>
                    <a:ext uri="{9D8B030D-6E8A-4147-A177-3AD203B41FA5}">
                      <a16:colId xmlns:a16="http://schemas.microsoft.com/office/drawing/2014/main" val="923053515"/>
                    </a:ext>
                  </a:extLst>
                </a:gridCol>
                <a:gridCol w="2073268">
                  <a:extLst>
                    <a:ext uri="{9D8B030D-6E8A-4147-A177-3AD203B41FA5}">
                      <a16:colId xmlns:a16="http://schemas.microsoft.com/office/drawing/2014/main" val="497595697"/>
                    </a:ext>
                  </a:extLst>
                </a:gridCol>
                <a:gridCol w="2032000">
                  <a:extLst>
                    <a:ext uri="{9D8B030D-6E8A-4147-A177-3AD203B41FA5}">
                      <a16:colId xmlns:a16="http://schemas.microsoft.com/office/drawing/2014/main" val="3184126589"/>
                    </a:ext>
                  </a:extLst>
                </a:gridCol>
              </a:tblGrid>
              <a:tr h="370840">
                <a:tc>
                  <a:txBody>
                    <a:bodyPr/>
                    <a:lstStyle/>
                    <a:p>
                      <a:pPr algn="l">
                        <a:lnSpc>
                          <a:spcPts val="1875"/>
                        </a:lnSpc>
                        <a:buNone/>
                      </a:pPr>
                      <a:r>
                        <a:rPr lang="en-CA" sz="1800" b="0">
                          <a:effectLst/>
                          <a:latin typeface="quote-cjk-patch"/>
                        </a:rPr>
                        <a:t>Age Group</a:t>
                      </a:r>
                    </a:p>
                  </a:txBody>
                  <a:tcPr marR="101600" marT="63500" marB="63500" anchor="ctr"/>
                </a:tc>
                <a:tc>
                  <a:txBody>
                    <a:bodyPr/>
                    <a:lstStyle/>
                    <a:p>
                      <a:pPr algn="l">
                        <a:lnSpc>
                          <a:spcPts val="1875"/>
                        </a:lnSpc>
                        <a:buNone/>
                      </a:pPr>
                      <a:r>
                        <a:rPr lang="en-CA" sz="1800" b="0">
                          <a:effectLst/>
                          <a:latin typeface="quote-cjk-patch"/>
                        </a:rPr>
                        <a:t>Average Price</a:t>
                      </a:r>
                    </a:p>
                  </a:txBody>
                  <a:tcPr marL="101600" marR="101600" marT="63500" marB="63500" anchor="ctr"/>
                </a:tc>
                <a:tc>
                  <a:txBody>
                    <a:bodyPr/>
                    <a:lstStyle/>
                    <a:p>
                      <a:pPr algn="l">
                        <a:lnSpc>
                          <a:spcPts val="1875"/>
                        </a:lnSpc>
                        <a:buNone/>
                      </a:pPr>
                      <a:r>
                        <a:rPr lang="en-CA" sz="1800" b="0">
                          <a:effectLst/>
                          <a:latin typeface="quote-cjk-patch"/>
                        </a:rPr>
                        <a:t>Median Price</a:t>
                      </a:r>
                    </a:p>
                  </a:txBody>
                  <a:tcPr marL="101600" marR="101600" marT="63500" marB="63500" anchor="ctr"/>
                </a:tc>
                <a:tc>
                  <a:txBody>
                    <a:bodyPr/>
                    <a:lstStyle/>
                    <a:p>
                      <a:pPr algn="l">
                        <a:lnSpc>
                          <a:spcPts val="1875"/>
                        </a:lnSpc>
                        <a:buNone/>
                      </a:pPr>
                      <a:r>
                        <a:rPr lang="en-CA" sz="1800" b="0">
                          <a:effectLst/>
                          <a:latin typeface="quote-cjk-patch"/>
                        </a:rPr>
                        <a:t># of Sets</a:t>
                      </a:r>
                    </a:p>
                  </a:txBody>
                  <a:tcPr marL="101600" marR="101600" marT="63500" marB="63500" anchor="ctr"/>
                </a:tc>
                <a:extLst>
                  <a:ext uri="{0D108BD9-81ED-4DB2-BD59-A6C34878D82A}">
                    <a16:rowId xmlns:a16="http://schemas.microsoft.com/office/drawing/2014/main" val="3858435996"/>
                  </a:ext>
                </a:extLst>
              </a:tr>
              <a:tr h="370840">
                <a:tc>
                  <a:txBody>
                    <a:bodyPr/>
                    <a:lstStyle/>
                    <a:p>
                      <a:pPr>
                        <a:lnSpc>
                          <a:spcPts val="1875"/>
                        </a:lnSpc>
                        <a:buNone/>
                      </a:pPr>
                      <a:r>
                        <a:rPr lang="en-CA" sz="1800" b="0">
                          <a:effectLst/>
                          <a:latin typeface="quote-cjk-patch"/>
                        </a:rPr>
                        <a:t>Teens/Adults (10+)</a:t>
                      </a:r>
                    </a:p>
                  </a:txBody>
                  <a:tcPr marR="101600" marT="63500" marB="63500" anchor="ctr"/>
                </a:tc>
                <a:tc>
                  <a:txBody>
                    <a:bodyPr/>
                    <a:lstStyle/>
                    <a:p>
                      <a:pPr>
                        <a:lnSpc>
                          <a:spcPts val="1875"/>
                        </a:lnSpc>
                        <a:buNone/>
                      </a:pPr>
                      <a:r>
                        <a:rPr lang="en-CA" sz="1800" b="1">
                          <a:effectLst/>
                          <a:latin typeface="quote-cjk-patch"/>
                        </a:rPr>
                        <a:t>$112.84</a:t>
                      </a:r>
                      <a:endParaRPr lang="en-CA" sz="1800" b="0">
                        <a:effectLst/>
                        <a:latin typeface="quote-cjk-patch"/>
                      </a:endParaRPr>
                    </a:p>
                  </a:txBody>
                  <a:tcPr marL="101600" marR="101600" marT="63500" marB="63500" anchor="ctr"/>
                </a:tc>
                <a:tc>
                  <a:txBody>
                    <a:bodyPr/>
                    <a:lstStyle/>
                    <a:p>
                      <a:pPr>
                        <a:lnSpc>
                          <a:spcPts val="1875"/>
                        </a:lnSpc>
                        <a:buNone/>
                      </a:pPr>
                      <a:r>
                        <a:rPr lang="en-CA" sz="1800" b="0">
                          <a:effectLst/>
                          <a:latin typeface="quote-cjk-patch"/>
                        </a:rPr>
                        <a:t>$69.99</a:t>
                      </a:r>
                    </a:p>
                  </a:txBody>
                  <a:tcPr marL="101600" marR="101600" marT="63500" marB="63500" anchor="ctr"/>
                </a:tc>
                <a:tc>
                  <a:txBody>
                    <a:bodyPr/>
                    <a:lstStyle/>
                    <a:p>
                      <a:pPr>
                        <a:lnSpc>
                          <a:spcPts val="1875"/>
                        </a:lnSpc>
                        <a:buNone/>
                      </a:pPr>
                      <a:r>
                        <a:rPr lang="en-CA" sz="1800" b="0">
                          <a:effectLst/>
                          <a:latin typeface="quote-cjk-patch"/>
                        </a:rPr>
                        <a:t>147</a:t>
                      </a:r>
                    </a:p>
                  </a:txBody>
                  <a:tcPr marL="101600" marT="63500" marB="63500" anchor="ctr"/>
                </a:tc>
                <a:extLst>
                  <a:ext uri="{0D108BD9-81ED-4DB2-BD59-A6C34878D82A}">
                    <a16:rowId xmlns:a16="http://schemas.microsoft.com/office/drawing/2014/main" val="3459457266"/>
                  </a:ext>
                </a:extLst>
              </a:tr>
              <a:tr h="370840">
                <a:tc>
                  <a:txBody>
                    <a:bodyPr/>
                    <a:lstStyle/>
                    <a:p>
                      <a:pPr>
                        <a:lnSpc>
                          <a:spcPts val="1875"/>
                        </a:lnSpc>
                        <a:buNone/>
                      </a:pPr>
                      <a:r>
                        <a:rPr lang="en-CA" sz="1800" b="0">
                          <a:effectLst/>
                          <a:latin typeface="quote-cjk-patch"/>
                        </a:rPr>
                        <a:t>Older Kids (7-9)</a:t>
                      </a:r>
                    </a:p>
                  </a:txBody>
                  <a:tcPr marR="101600" marT="63500" marB="63500" anchor="ctr"/>
                </a:tc>
                <a:tc>
                  <a:txBody>
                    <a:bodyPr/>
                    <a:lstStyle/>
                    <a:p>
                      <a:pPr>
                        <a:lnSpc>
                          <a:spcPts val="1875"/>
                        </a:lnSpc>
                        <a:buNone/>
                      </a:pPr>
                      <a:r>
                        <a:rPr lang="en-CA" sz="1800" b="0">
                          <a:effectLst/>
                          <a:latin typeface="quote-cjk-patch"/>
                        </a:rPr>
                        <a:t>$46.56</a:t>
                      </a:r>
                    </a:p>
                  </a:txBody>
                  <a:tcPr marL="101600" marR="101600" marT="63500" marB="63500" anchor="ctr"/>
                </a:tc>
                <a:tc>
                  <a:txBody>
                    <a:bodyPr/>
                    <a:lstStyle/>
                    <a:p>
                      <a:pPr>
                        <a:lnSpc>
                          <a:spcPts val="1875"/>
                        </a:lnSpc>
                        <a:buNone/>
                      </a:pPr>
                      <a:r>
                        <a:rPr lang="en-CA" sz="1800" b="0">
                          <a:effectLst/>
                          <a:latin typeface="quote-cjk-patch"/>
                        </a:rPr>
                        <a:t>$39.99</a:t>
                      </a:r>
                    </a:p>
                  </a:txBody>
                  <a:tcPr marL="101600" marR="101600" marT="63500" marB="63500" anchor="ctr"/>
                </a:tc>
                <a:tc>
                  <a:txBody>
                    <a:bodyPr/>
                    <a:lstStyle/>
                    <a:p>
                      <a:pPr>
                        <a:lnSpc>
                          <a:spcPts val="1875"/>
                        </a:lnSpc>
                        <a:buNone/>
                      </a:pPr>
                      <a:r>
                        <a:rPr lang="en-CA" sz="1800" b="0">
                          <a:effectLst/>
                          <a:latin typeface="quote-cjk-patch"/>
                        </a:rPr>
                        <a:t>422</a:t>
                      </a:r>
                    </a:p>
                  </a:txBody>
                  <a:tcPr marL="101600" marT="63500" marB="63500" anchor="ctr"/>
                </a:tc>
                <a:extLst>
                  <a:ext uri="{0D108BD9-81ED-4DB2-BD59-A6C34878D82A}">
                    <a16:rowId xmlns:a16="http://schemas.microsoft.com/office/drawing/2014/main" val="3907999762"/>
                  </a:ext>
                </a:extLst>
              </a:tr>
              <a:tr h="370840">
                <a:tc>
                  <a:txBody>
                    <a:bodyPr/>
                    <a:lstStyle/>
                    <a:p>
                      <a:pPr>
                        <a:lnSpc>
                          <a:spcPts val="1875"/>
                        </a:lnSpc>
                        <a:buNone/>
                      </a:pPr>
                      <a:r>
                        <a:rPr lang="en-CA" sz="1800" b="0">
                          <a:effectLst/>
                          <a:latin typeface="quote-cjk-patch"/>
                        </a:rPr>
                        <a:t>Young Kids (0-3)</a:t>
                      </a:r>
                    </a:p>
                  </a:txBody>
                  <a:tcPr marR="101600" marT="63500" marB="63500" anchor="ctr"/>
                </a:tc>
                <a:tc>
                  <a:txBody>
                    <a:bodyPr/>
                    <a:lstStyle/>
                    <a:p>
                      <a:pPr>
                        <a:lnSpc>
                          <a:spcPts val="1875"/>
                        </a:lnSpc>
                        <a:buNone/>
                      </a:pPr>
                      <a:r>
                        <a:rPr lang="en-CA" sz="1800" b="0">
                          <a:effectLst/>
                          <a:latin typeface="quote-cjk-patch"/>
                        </a:rPr>
                        <a:t>$36.27</a:t>
                      </a:r>
                    </a:p>
                  </a:txBody>
                  <a:tcPr marL="101600" marR="101600" marT="63500" marB="63500" anchor="ctr"/>
                </a:tc>
                <a:tc>
                  <a:txBody>
                    <a:bodyPr/>
                    <a:lstStyle/>
                    <a:p>
                      <a:pPr>
                        <a:lnSpc>
                          <a:spcPts val="1875"/>
                        </a:lnSpc>
                        <a:buNone/>
                      </a:pPr>
                      <a:r>
                        <a:rPr lang="en-CA" sz="1800" b="0">
                          <a:effectLst/>
                          <a:latin typeface="quote-cjk-patch"/>
                        </a:rPr>
                        <a:t>$19.99</a:t>
                      </a:r>
                    </a:p>
                  </a:txBody>
                  <a:tcPr marL="101600" marR="101600" marT="63500" marB="63500" anchor="ctr"/>
                </a:tc>
                <a:tc>
                  <a:txBody>
                    <a:bodyPr/>
                    <a:lstStyle/>
                    <a:p>
                      <a:pPr>
                        <a:lnSpc>
                          <a:spcPts val="1875"/>
                        </a:lnSpc>
                        <a:buNone/>
                      </a:pPr>
                      <a:r>
                        <a:rPr lang="en-CA" sz="1800" b="0">
                          <a:effectLst/>
                          <a:latin typeface="quote-cjk-patch"/>
                        </a:rPr>
                        <a:t>71</a:t>
                      </a:r>
                    </a:p>
                  </a:txBody>
                  <a:tcPr marL="101600" marT="63500" marB="63500" anchor="ctr"/>
                </a:tc>
                <a:extLst>
                  <a:ext uri="{0D108BD9-81ED-4DB2-BD59-A6C34878D82A}">
                    <a16:rowId xmlns:a16="http://schemas.microsoft.com/office/drawing/2014/main" val="3223800060"/>
                  </a:ext>
                </a:extLst>
              </a:tr>
              <a:tr h="370840">
                <a:tc>
                  <a:txBody>
                    <a:bodyPr/>
                    <a:lstStyle/>
                    <a:p>
                      <a:pPr>
                        <a:lnSpc>
                          <a:spcPts val="1875"/>
                        </a:lnSpc>
                        <a:buNone/>
                      </a:pPr>
                      <a:r>
                        <a:rPr lang="en-CA" sz="1800" b="0">
                          <a:effectLst/>
                          <a:latin typeface="quote-cjk-patch"/>
                        </a:rPr>
                        <a:t>Kids (4-6)</a:t>
                      </a:r>
                    </a:p>
                  </a:txBody>
                  <a:tcPr marR="101600" marT="63500" marB="63500" anchor="ctr"/>
                </a:tc>
                <a:tc>
                  <a:txBody>
                    <a:bodyPr/>
                    <a:lstStyle/>
                    <a:p>
                      <a:pPr>
                        <a:lnSpc>
                          <a:spcPts val="1875"/>
                        </a:lnSpc>
                        <a:buNone/>
                      </a:pPr>
                      <a:r>
                        <a:rPr lang="en-CA" sz="1800" b="0">
                          <a:effectLst/>
                          <a:latin typeface="quote-cjk-patch"/>
                        </a:rPr>
                        <a:t>$24.82</a:t>
                      </a:r>
                    </a:p>
                  </a:txBody>
                  <a:tcPr marL="101600" marR="101600" marT="63500" marB="63500" anchor="ctr"/>
                </a:tc>
                <a:tc>
                  <a:txBody>
                    <a:bodyPr/>
                    <a:lstStyle/>
                    <a:p>
                      <a:pPr>
                        <a:lnSpc>
                          <a:spcPts val="1875"/>
                        </a:lnSpc>
                        <a:buNone/>
                      </a:pPr>
                      <a:r>
                        <a:rPr lang="en-CA" sz="1800" b="0">
                          <a:effectLst/>
                          <a:latin typeface="quote-cjk-patch"/>
                        </a:rPr>
                        <a:t>$19.99</a:t>
                      </a:r>
                    </a:p>
                  </a:txBody>
                  <a:tcPr marL="101600" marR="101600" marT="63500" marB="63500" anchor="ctr"/>
                </a:tc>
                <a:tc>
                  <a:txBody>
                    <a:bodyPr/>
                    <a:lstStyle/>
                    <a:p>
                      <a:pPr>
                        <a:lnSpc>
                          <a:spcPts val="1875"/>
                        </a:lnSpc>
                        <a:buNone/>
                      </a:pPr>
                      <a:r>
                        <a:rPr lang="en-CA" sz="1800" b="0">
                          <a:effectLst/>
                          <a:latin typeface="quote-cjk-patch"/>
                        </a:rPr>
                        <a:t>425</a:t>
                      </a:r>
                    </a:p>
                  </a:txBody>
                  <a:tcPr marL="101600" marT="63500" marB="63500" anchor="ctr"/>
                </a:tc>
                <a:extLst>
                  <a:ext uri="{0D108BD9-81ED-4DB2-BD59-A6C34878D82A}">
                    <a16:rowId xmlns:a16="http://schemas.microsoft.com/office/drawing/2014/main" val="3330646927"/>
                  </a:ext>
                </a:extLst>
              </a:tr>
            </a:tbl>
          </a:graphicData>
        </a:graphic>
      </p:graphicFrame>
      <p:sp>
        <p:nvSpPr>
          <p:cNvPr id="20" name="TextBox 19">
            <a:extLst>
              <a:ext uri="{FF2B5EF4-FFF2-40B4-BE49-F238E27FC236}">
                <a16:creationId xmlns:a16="http://schemas.microsoft.com/office/drawing/2014/main" id="{A70641A6-1953-5991-F594-B9CF1AF17B4D}"/>
              </a:ext>
            </a:extLst>
          </p:cNvPr>
          <p:cNvSpPr txBox="1"/>
          <p:nvPr/>
        </p:nvSpPr>
        <p:spPr>
          <a:xfrm>
            <a:off x="3768064" y="6385785"/>
            <a:ext cx="2525243" cy="369332"/>
          </a:xfrm>
          <a:prstGeom prst="rect">
            <a:avLst/>
          </a:prstGeom>
          <a:noFill/>
        </p:spPr>
        <p:txBody>
          <a:bodyPr wrap="none" rtlCol="0">
            <a:spAutoFit/>
          </a:bodyPr>
          <a:lstStyle/>
          <a:p>
            <a:r>
              <a:rPr lang="en-CA" b="1">
                <a:highlight>
                  <a:srgbClr val="FFFF00"/>
                </a:highlight>
              </a:rPr>
              <a:t>Older = More Expensive</a:t>
            </a:r>
          </a:p>
        </p:txBody>
      </p:sp>
    </p:spTree>
    <p:extLst>
      <p:ext uri="{BB962C8B-B14F-4D97-AF65-F5344CB8AC3E}">
        <p14:creationId xmlns:p14="http://schemas.microsoft.com/office/powerpoint/2010/main" val="5484762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05B9B5-E2D3-841B-003D-6E507C9135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530FDA-A6B9-05A9-2BA1-C0069A2CECCB}"/>
              </a:ext>
            </a:extLst>
          </p:cNvPr>
          <p:cNvSpPr>
            <a:spLocks noGrp="1"/>
          </p:cNvSpPr>
          <p:nvPr>
            <p:ph type="title"/>
          </p:nvPr>
        </p:nvSpPr>
        <p:spPr>
          <a:xfrm>
            <a:off x="655320" y="214791"/>
            <a:ext cx="10881360" cy="820591"/>
          </a:xfrm>
        </p:spPr>
        <p:txBody>
          <a:bodyPr/>
          <a:lstStyle/>
          <a:p>
            <a:r>
              <a:rPr lang="en-US"/>
              <a:t>Data Prep and Key Metrics</a:t>
            </a:r>
            <a:endParaRPr lang="en-US" sz="4000" b="1" spc="600">
              <a:ln w="28575">
                <a:noFill/>
                <a:prstDash val="solid"/>
              </a:ln>
              <a:latin typeface="Tw Cen MT" panose="020B0602020104020603" pitchFamily="34" charset="77"/>
            </a:endParaRPr>
          </a:p>
        </p:txBody>
      </p:sp>
      <p:sp>
        <p:nvSpPr>
          <p:cNvPr id="5" name="Slide Number Placeholder 4">
            <a:extLst>
              <a:ext uri="{FF2B5EF4-FFF2-40B4-BE49-F238E27FC236}">
                <a16:creationId xmlns:a16="http://schemas.microsoft.com/office/drawing/2014/main" id="{19B0F245-169A-4228-AE50-A821F05C630F}"/>
              </a:ext>
            </a:extLst>
          </p:cNvPr>
          <p:cNvSpPr>
            <a:spLocks noGrp="1"/>
          </p:cNvSpPr>
          <p:nvPr>
            <p:ph type="sldNum" sz="quarter" idx="11"/>
          </p:nvPr>
        </p:nvSpPr>
        <p:spPr/>
        <p:txBody>
          <a:bodyPr/>
          <a:lstStyle/>
          <a:p>
            <a:fld id="{294A09A9-5501-47C1-A89A-A340965A2BE2}" type="slidenum">
              <a:rPr lang="en-US" smtClean="0"/>
              <a:pPr/>
              <a:t>13</a:t>
            </a:fld>
            <a:endParaRPr lang="en-US"/>
          </a:p>
        </p:txBody>
      </p:sp>
      <p:sp>
        <p:nvSpPr>
          <p:cNvPr id="7" name="Content Placeholder 6">
            <a:extLst>
              <a:ext uri="{FF2B5EF4-FFF2-40B4-BE49-F238E27FC236}">
                <a16:creationId xmlns:a16="http://schemas.microsoft.com/office/drawing/2014/main" id="{4B07F72D-A333-D9DF-3AE4-A709665D9249}"/>
              </a:ext>
            </a:extLst>
          </p:cNvPr>
          <p:cNvSpPr>
            <a:spLocks noGrp="1"/>
          </p:cNvSpPr>
          <p:nvPr>
            <p:ph idx="1"/>
          </p:nvPr>
        </p:nvSpPr>
        <p:spPr>
          <a:xfrm>
            <a:off x="966463" y="1197929"/>
            <a:ext cx="10405236" cy="4810107"/>
          </a:xfrm>
        </p:spPr>
        <p:txBody>
          <a:bodyPr vert="horz" lIns="91440" tIns="45720" rIns="91440" bIns="45720" rtlCol="0" anchor="t">
            <a:noAutofit/>
          </a:bodyPr>
          <a:lstStyle/>
          <a:p>
            <a:pPr marL="0" indent="0">
              <a:buNone/>
            </a:pPr>
            <a:r>
              <a:rPr lang="en-US" sz="1800" b="1"/>
              <a:t>Price Difference is Massive:</a:t>
            </a:r>
            <a:endParaRPr lang="en-US" sz="1800"/>
          </a:p>
          <a:p>
            <a:pPr lvl="1"/>
            <a:r>
              <a:rPr lang="en-US" sz="1800"/>
              <a:t>Older kids' sets (7+) cost </a:t>
            </a:r>
            <a:r>
              <a:rPr lang="en-US" sz="1800" b="1">
                <a:solidFill>
                  <a:schemeClr val="accent2">
                    <a:lumMod val="75000"/>
                  </a:schemeClr>
                </a:solidFill>
              </a:rPr>
              <a:t>140% more</a:t>
            </a:r>
            <a:r>
              <a:rPr lang="en-US" sz="1800">
                <a:solidFill>
                  <a:schemeClr val="accent2">
                    <a:lumMod val="75000"/>
                  </a:schemeClr>
                </a:solidFill>
              </a:rPr>
              <a:t> </a:t>
            </a:r>
            <a:r>
              <a:rPr lang="en-US" sz="1800"/>
              <a:t>on average</a:t>
            </a:r>
          </a:p>
          <a:p>
            <a:pPr lvl="1"/>
            <a:r>
              <a:rPr lang="en-US" sz="1800"/>
              <a:t>Direct comparison: $63.69 vs $26.46 for younger sets</a:t>
            </a:r>
          </a:p>
          <a:p>
            <a:pPr marL="338328" lvl="1" indent="0">
              <a:buNone/>
            </a:pPr>
            <a:endParaRPr lang="en-US" sz="1800"/>
          </a:p>
          <a:p>
            <a:pPr marL="0" indent="0">
              <a:buNone/>
            </a:pPr>
            <a:r>
              <a:rPr lang="en-US" sz="1800" b="1"/>
              <a:t>Surprising Value Discovery:</a:t>
            </a:r>
            <a:endParaRPr lang="en-US" sz="1800"/>
          </a:p>
          <a:p>
            <a:pPr lvl="1"/>
            <a:r>
              <a:rPr lang="en-US" sz="1800"/>
              <a:t>Teens' sets offer the </a:t>
            </a:r>
            <a:r>
              <a:rPr lang="en-US" sz="1800" b="1"/>
              <a:t>best </a:t>
            </a:r>
            <a:r>
              <a:rPr lang="en-US" sz="1800" b="1" i="1">
                <a:solidFill>
                  <a:schemeClr val="accent2">
                    <a:lumMod val="75000"/>
                  </a:schemeClr>
                </a:solidFill>
              </a:rPr>
              <a:t>value per piece</a:t>
            </a:r>
          </a:p>
          <a:p>
            <a:pPr lvl="1"/>
            <a:r>
              <a:rPr lang="en-US" sz="1800"/>
              <a:t>Older Kids (7-9) sets are </a:t>
            </a:r>
            <a:r>
              <a:rPr lang="en-US" sz="1800" b="1" i="1">
                <a:solidFill>
                  <a:schemeClr val="accent2">
                    <a:lumMod val="75000"/>
                  </a:schemeClr>
                </a:solidFill>
              </a:rPr>
              <a:t>the least cost-efficient</a:t>
            </a:r>
          </a:p>
          <a:p>
            <a:pPr lvl="1"/>
            <a:endParaRPr lang="en-US" sz="1800"/>
          </a:p>
          <a:p>
            <a:pPr marL="0" indent="0">
              <a:buNone/>
            </a:pPr>
            <a:r>
              <a:rPr lang="en-US" sz="1800" b="1"/>
              <a:t>Why This Happens:</a:t>
            </a:r>
            <a:endParaRPr lang="en-US" sz="1800"/>
          </a:p>
          <a:p>
            <a:pPr lvl="1"/>
            <a:r>
              <a:rPr lang="en-US" sz="1800" b="1"/>
              <a:t>Younger sets:</a:t>
            </a:r>
            <a:r>
              <a:rPr lang="en-US" sz="1800"/>
              <a:t> Larger, simpler pieces focused on safety</a:t>
            </a:r>
          </a:p>
          <a:p>
            <a:pPr lvl="1"/>
            <a:r>
              <a:rPr lang="en-US" sz="1800" b="1"/>
              <a:t>Older sets:</a:t>
            </a:r>
            <a:r>
              <a:rPr lang="en-US" sz="1800"/>
              <a:t> More complex engineering, licensing fees, collector appeal</a:t>
            </a:r>
          </a:p>
          <a:p>
            <a:pPr lvl="1"/>
            <a:endParaRPr lang="en-US" sz="1800"/>
          </a:p>
          <a:p>
            <a:pPr marL="0" indent="0">
              <a:buNone/>
            </a:pPr>
            <a:r>
              <a:rPr lang="en-US" sz="1800" b="1" i="1">
                <a:solidFill>
                  <a:schemeClr val="accent2">
                    <a:lumMod val="75000"/>
                  </a:schemeClr>
                </a:solidFill>
              </a:rPr>
              <a:t>The Bottom Line:</a:t>
            </a:r>
            <a:br>
              <a:rPr lang="en-US" sz="1800"/>
            </a:br>
            <a:r>
              <a:rPr lang="en-US" sz="1800" b="1"/>
              <a:t>Yes, LEGO sets for older kids are priced much higher but they often provide better building value despite the larger upfront cost.</a:t>
            </a:r>
            <a:endParaRPr lang="en-US" sz="1800"/>
          </a:p>
          <a:p>
            <a:pPr marL="0" indent="0">
              <a:buNone/>
            </a:pPr>
            <a:endParaRPr lang="en-US" sz="1800"/>
          </a:p>
        </p:txBody>
      </p:sp>
      <p:pic>
        <p:nvPicPr>
          <p:cNvPr id="4" name="Picture 3" descr="A screen shot of a computer&#10;&#10;AI-generated content may be incorrect.">
            <a:extLst>
              <a:ext uri="{FF2B5EF4-FFF2-40B4-BE49-F238E27FC236}">
                <a16:creationId xmlns:a16="http://schemas.microsoft.com/office/drawing/2014/main" id="{046AF1CF-12A6-4512-982E-C246CD497149}"/>
              </a:ext>
            </a:extLst>
          </p:cNvPr>
          <p:cNvPicPr>
            <a:picLocks noChangeAspect="1"/>
          </p:cNvPicPr>
          <p:nvPr/>
        </p:nvPicPr>
        <p:blipFill>
          <a:blip r:embed="rId2"/>
          <a:stretch>
            <a:fillRect/>
          </a:stretch>
        </p:blipFill>
        <p:spPr>
          <a:xfrm>
            <a:off x="7472892" y="1303381"/>
            <a:ext cx="4011094" cy="2826760"/>
          </a:xfrm>
          <a:prstGeom prst="rect">
            <a:avLst/>
          </a:prstGeom>
        </p:spPr>
      </p:pic>
    </p:spTree>
    <p:extLst>
      <p:ext uri="{BB962C8B-B14F-4D97-AF65-F5344CB8AC3E}">
        <p14:creationId xmlns:p14="http://schemas.microsoft.com/office/powerpoint/2010/main" val="1668852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06A69B-EB16-4164-32CD-30F61FEF8ADB}"/>
              </a:ext>
            </a:extLst>
          </p:cNvPr>
          <p:cNvSpPr>
            <a:spLocks noGrp="1"/>
          </p:cNvSpPr>
          <p:nvPr>
            <p:ph type="ctrTitle"/>
          </p:nvPr>
        </p:nvSpPr>
        <p:spPr>
          <a:xfrm>
            <a:off x="1524000" y="1016760"/>
            <a:ext cx="9144000" cy="2083056"/>
          </a:xfrm>
        </p:spPr>
        <p:txBody>
          <a:bodyPr/>
          <a:lstStyle/>
          <a:p>
            <a:r>
              <a:rPr lang="en-US" b="0">
                <a:ea typeface="+mj-lt"/>
                <a:cs typeface="+mj-lt"/>
              </a:rPr>
              <a:t>Which LEGO themes have the lowest average price per piece?</a:t>
            </a:r>
            <a:endParaRPr lang="en-US"/>
          </a:p>
        </p:txBody>
      </p:sp>
    </p:spTree>
    <p:extLst>
      <p:ext uri="{BB962C8B-B14F-4D97-AF65-F5344CB8AC3E}">
        <p14:creationId xmlns:p14="http://schemas.microsoft.com/office/powerpoint/2010/main" val="35717287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AD15B1DD-CF92-B907-0E68-46A80F6B2579}"/>
              </a:ext>
            </a:extLst>
          </p:cNvPr>
          <p:cNvSpPr>
            <a:spLocks noGrp="1"/>
          </p:cNvSpPr>
          <p:nvPr>
            <p:ph type="title"/>
          </p:nvPr>
        </p:nvSpPr>
        <p:spPr>
          <a:xfrm>
            <a:off x="850392" y="832104"/>
            <a:ext cx="10881360" cy="1069848"/>
          </a:xfrm>
        </p:spPr>
        <p:txBody>
          <a:bodyPr anchor="ctr">
            <a:normAutofit/>
          </a:bodyPr>
          <a:lstStyle/>
          <a:p>
            <a:r>
              <a:rPr lang="en-US"/>
              <a:t>Objective</a:t>
            </a:r>
          </a:p>
        </p:txBody>
      </p:sp>
      <p:sp>
        <p:nvSpPr>
          <p:cNvPr id="10" name="Text Placeholder 3">
            <a:extLst>
              <a:ext uri="{FF2B5EF4-FFF2-40B4-BE49-F238E27FC236}">
                <a16:creationId xmlns:a16="http://schemas.microsoft.com/office/drawing/2014/main" id="{C35278EF-188B-8F26-AABA-A1D835BE5654}"/>
              </a:ext>
            </a:extLst>
          </p:cNvPr>
          <p:cNvSpPr>
            <a:spLocks noGrp="1"/>
          </p:cNvSpPr>
          <p:nvPr>
            <p:ph sz="half" idx="1"/>
          </p:nvPr>
        </p:nvSpPr>
        <p:spPr>
          <a:xfrm>
            <a:off x="838200" y="1825625"/>
            <a:ext cx="5181600" cy="4351338"/>
          </a:xfrm>
        </p:spPr>
        <p:txBody>
          <a:bodyPr vert="horz" lIns="91440" tIns="45720" rIns="91440" bIns="45720" rtlCol="0">
            <a:normAutofit/>
          </a:bodyPr>
          <a:lstStyle/>
          <a:p>
            <a:pPr marL="0" indent="0">
              <a:buNone/>
            </a:pPr>
            <a:r>
              <a:rPr lang="en-US"/>
              <a:t>Identify the most cost-effective LEGO themes based on average price per piece.</a:t>
            </a:r>
          </a:p>
        </p:txBody>
      </p:sp>
      <p:sp>
        <p:nvSpPr>
          <p:cNvPr id="3" name="Subtitle 2">
            <a:extLst>
              <a:ext uri="{FF2B5EF4-FFF2-40B4-BE49-F238E27FC236}">
                <a16:creationId xmlns:a16="http://schemas.microsoft.com/office/drawing/2014/main" id="{87E2E80D-5B99-A8B5-0252-938DF7AE1801}"/>
              </a:ext>
            </a:extLst>
          </p:cNvPr>
          <p:cNvSpPr>
            <a:spLocks noGrp="1"/>
          </p:cNvSpPr>
          <p:nvPr>
            <p:ph sz="half" idx="2"/>
          </p:nvPr>
        </p:nvSpPr>
        <p:spPr>
          <a:xfrm>
            <a:off x="6172200" y="1825625"/>
            <a:ext cx="5181600" cy="4351338"/>
          </a:xfrm>
        </p:spPr>
        <p:txBody>
          <a:bodyPr vert="horz" lIns="91440" tIns="45720" rIns="91440" bIns="45720" rtlCol="0">
            <a:normAutofit/>
          </a:bodyPr>
          <a:lstStyle/>
          <a:p>
            <a:pPr indent="-347345"/>
            <a:r>
              <a:rPr lang="en-US" sz="2200" b="1"/>
              <a:t>Key Insight:</a:t>
            </a:r>
          </a:p>
          <a:p>
            <a:pPr marL="0" indent="0">
              <a:buNone/>
            </a:pPr>
            <a:r>
              <a:rPr lang="en-US" sz="2200"/>
              <a:t>The overall average price per piece is $0.1913, but many themes offer much better value, some under $0.10 per piece.</a:t>
            </a:r>
          </a:p>
          <a:p>
            <a:pPr indent="-347345"/>
            <a:endParaRPr lang="en-US" sz="2200"/>
          </a:p>
          <a:p>
            <a:pPr indent="-347345"/>
            <a:r>
              <a:rPr lang="en-US" sz="2200" b="1"/>
              <a:t>Value Categories:</a:t>
            </a:r>
          </a:p>
          <a:p>
            <a:pPr indent="-347345"/>
            <a:endParaRPr lang="en-US" sz="2200"/>
          </a:p>
          <a:p>
            <a:pPr marL="0" indent="0">
              <a:buNone/>
            </a:pPr>
            <a:r>
              <a:rPr lang="en-US" sz="2200"/>
              <a:t>High Value: &lt; $0.0984 per piece</a:t>
            </a:r>
          </a:p>
          <a:p>
            <a:pPr marL="0" indent="0">
              <a:buNone/>
            </a:pPr>
            <a:r>
              <a:rPr lang="en-US" sz="2200"/>
              <a:t>Medium Value: $0.0984 – $0.1762 per piece</a:t>
            </a:r>
          </a:p>
          <a:p>
            <a:pPr marL="0" indent="0">
              <a:buNone/>
            </a:pPr>
            <a:r>
              <a:rPr lang="en-US" sz="2200"/>
              <a:t>Lower Value: &gt; $0.1762 per piece</a:t>
            </a:r>
          </a:p>
        </p:txBody>
      </p:sp>
      <p:sp>
        <p:nvSpPr>
          <p:cNvPr id="14" name="Slide Number Placeholder 5">
            <a:extLst>
              <a:ext uri="{FF2B5EF4-FFF2-40B4-BE49-F238E27FC236}">
                <a16:creationId xmlns:a16="http://schemas.microsoft.com/office/drawing/2014/main" id="{F2ABE364-940E-61D6-0306-81AD4065E20F}"/>
              </a:ext>
            </a:extLst>
          </p:cNvPr>
          <p:cNvSpPr>
            <a:spLocks noGrp="1"/>
          </p:cNvSpPr>
          <p:nvPr>
            <p:ph type="sldNum" sz="quarter" idx="12"/>
          </p:nvPr>
        </p:nvSpPr>
        <p:spPr>
          <a:xfrm>
            <a:off x="329184" y="411480"/>
            <a:ext cx="521208" cy="310896"/>
          </a:xfrm>
        </p:spPr>
        <p:txBody>
          <a:bodyPr anchor="ctr">
            <a:normAutofit/>
          </a:bodyPr>
          <a:lstStyle/>
          <a:p>
            <a:pPr>
              <a:spcAft>
                <a:spcPts val="600"/>
              </a:spcAft>
            </a:pPr>
            <a:fld id="{294A09A9-5501-47C1-A89A-A340965A2BE2}" type="slidenum">
              <a:rPr lang="en-US" smtClean="0"/>
              <a:pPr>
                <a:spcAft>
                  <a:spcPts val="600"/>
                </a:spcAft>
              </a:pPr>
              <a:t>15</a:t>
            </a:fld>
            <a:endParaRPr lang="en-US"/>
          </a:p>
        </p:txBody>
      </p:sp>
    </p:spTree>
    <p:extLst>
      <p:ext uri="{BB962C8B-B14F-4D97-AF65-F5344CB8AC3E}">
        <p14:creationId xmlns:p14="http://schemas.microsoft.com/office/powerpoint/2010/main" val="26399342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D12340-15BE-D930-8801-ADAAA58ED4C3}"/>
              </a:ext>
            </a:extLst>
          </p:cNvPr>
          <p:cNvSpPr>
            <a:spLocks noGrp="1"/>
          </p:cNvSpPr>
          <p:nvPr>
            <p:ph type="title"/>
          </p:nvPr>
        </p:nvSpPr>
        <p:spPr>
          <a:xfrm>
            <a:off x="859463" y="414818"/>
            <a:ext cx="10881360" cy="1069848"/>
          </a:xfrm>
        </p:spPr>
        <p:txBody>
          <a:bodyPr/>
          <a:lstStyle/>
          <a:p>
            <a:r>
              <a:rPr lang="en-US" b="0">
                <a:ea typeface="+mj-lt"/>
                <a:cs typeface="+mj-lt"/>
              </a:rPr>
              <a:t>Top 10 Most Affordable LEGO Themes</a:t>
            </a:r>
            <a:endParaRPr lang="en-US"/>
          </a:p>
        </p:txBody>
      </p:sp>
      <p:graphicFrame>
        <p:nvGraphicFramePr>
          <p:cNvPr id="7" name="Content Placeholder 6">
            <a:extLst>
              <a:ext uri="{FF2B5EF4-FFF2-40B4-BE49-F238E27FC236}">
                <a16:creationId xmlns:a16="http://schemas.microsoft.com/office/drawing/2014/main" id="{74DCD18F-9176-6EC2-7D25-E71494E498B2}"/>
              </a:ext>
            </a:extLst>
          </p:cNvPr>
          <p:cNvGraphicFramePr>
            <a:graphicFrameLocks noGrp="1"/>
          </p:cNvGraphicFramePr>
          <p:nvPr>
            <p:ph idx="1"/>
            <p:extLst>
              <p:ext uri="{D42A27DB-BD31-4B8C-83A1-F6EECF244321}">
                <p14:modId xmlns:p14="http://schemas.microsoft.com/office/powerpoint/2010/main" val="3926231388"/>
              </p:ext>
            </p:extLst>
          </p:nvPr>
        </p:nvGraphicFramePr>
        <p:xfrm>
          <a:off x="1132341" y="1714046"/>
          <a:ext cx="10333035" cy="4749800"/>
        </p:xfrm>
        <a:graphic>
          <a:graphicData uri="http://schemas.openxmlformats.org/drawingml/2006/table">
            <a:tbl>
              <a:tblPr bandRow="1">
                <a:tableStyleId>{5C22544A-7EE6-4342-B048-85BDC9FD1C3A}</a:tableStyleId>
              </a:tblPr>
              <a:tblGrid>
                <a:gridCol w="3444345">
                  <a:extLst>
                    <a:ext uri="{9D8B030D-6E8A-4147-A177-3AD203B41FA5}">
                      <a16:colId xmlns:a16="http://schemas.microsoft.com/office/drawing/2014/main" val="4054969289"/>
                    </a:ext>
                  </a:extLst>
                </a:gridCol>
                <a:gridCol w="3444345">
                  <a:extLst>
                    <a:ext uri="{9D8B030D-6E8A-4147-A177-3AD203B41FA5}">
                      <a16:colId xmlns:a16="http://schemas.microsoft.com/office/drawing/2014/main" val="2605730895"/>
                    </a:ext>
                  </a:extLst>
                </a:gridCol>
                <a:gridCol w="3444345">
                  <a:extLst>
                    <a:ext uri="{9D8B030D-6E8A-4147-A177-3AD203B41FA5}">
                      <a16:colId xmlns:a16="http://schemas.microsoft.com/office/drawing/2014/main" val="3952655747"/>
                    </a:ext>
                  </a:extLst>
                </a:gridCol>
              </a:tblGrid>
              <a:tr h="0">
                <a:tc>
                  <a:txBody>
                    <a:bodyPr/>
                    <a:lstStyle/>
                    <a:p>
                      <a:pPr algn="l">
                        <a:lnSpc>
                          <a:spcPts val="1875"/>
                        </a:lnSpc>
                        <a:buNone/>
                      </a:pPr>
                      <a:r>
                        <a:rPr lang="en-US">
                          <a:effectLst/>
                        </a:rPr>
                        <a:t>Rank</a:t>
                      </a:r>
                    </a:p>
                  </a:txBody>
                  <a:tcPr marR="152400" marT="95250" marB="95250" anchor="ctr"/>
                </a:tc>
                <a:tc>
                  <a:txBody>
                    <a:bodyPr/>
                    <a:lstStyle/>
                    <a:p>
                      <a:pPr algn="l">
                        <a:lnSpc>
                          <a:spcPts val="1875"/>
                        </a:lnSpc>
                        <a:buNone/>
                      </a:pPr>
                      <a:r>
                        <a:rPr lang="en-US">
                          <a:effectLst/>
                        </a:rPr>
                        <a:t>Theme</a:t>
                      </a:r>
                    </a:p>
                  </a:txBody>
                  <a:tcPr marL="152400" marR="152400" marT="95250" marB="95250" anchor="ctr"/>
                </a:tc>
                <a:tc>
                  <a:txBody>
                    <a:bodyPr/>
                    <a:lstStyle/>
                    <a:p>
                      <a:pPr algn="l">
                        <a:lnSpc>
                          <a:spcPts val="1875"/>
                        </a:lnSpc>
                        <a:buNone/>
                      </a:pPr>
                      <a:r>
                        <a:rPr lang="en-US">
                          <a:effectLst/>
                        </a:rPr>
                        <a:t>Avg Price per Piece</a:t>
                      </a:r>
                    </a:p>
                  </a:txBody>
                  <a:tcPr marL="152400" marR="152400" marT="95250" marB="95250" anchor="ctr"/>
                </a:tc>
                <a:extLst>
                  <a:ext uri="{0D108BD9-81ED-4DB2-BD59-A6C34878D82A}">
                    <a16:rowId xmlns:a16="http://schemas.microsoft.com/office/drawing/2014/main" val="308238870"/>
                  </a:ext>
                </a:extLst>
              </a:tr>
              <a:tr h="0">
                <a:tc>
                  <a:txBody>
                    <a:bodyPr/>
                    <a:lstStyle/>
                    <a:p>
                      <a:pPr>
                        <a:lnSpc>
                          <a:spcPts val="1875"/>
                        </a:lnSpc>
                        <a:buNone/>
                      </a:pPr>
                      <a:r>
                        <a:rPr lang="en-US">
                          <a:effectLst/>
                        </a:rPr>
                        <a:t>1</a:t>
                      </a:r>
                    </a:p>
                  </a:txBody>
                  <a:tcPr marR="152400" marT="95250" marB="95250" anchor="ctr"/>
                </a:tc>
                <a:tc>
                  <a:txBody>
                    <a:bodyPr/>
                    <a:lstStyle/>
                    <a:p>
                      <a:pPr>
                        <a:lnSpc>
                          <a:spcPts val="1875"/>
                        </a:lnSpc>
                        <a:buNone/>
                      </a:pPr>
                      <a:r>
                        <a:rPr lang="en-US">
                          <a:effectLst/>
                        </a:rPr>
                        <a:t>Classic</a:t>
                      </a:r>
                    </a:p>
                  </a:txBody>
                  <a:tcPr marL="152400" marR="152400" marT="95250" marB="95250" anchor="ctr"/>
                </a:tc>
                <a:tc>
                  <a:txBody>
                    <a:bodyPr/>
                    <a:lstStyle/>
                    <a:p>
                      <a:pPr>
                        <a:lnSpc>
                          <a:spcPts val="1875"/>
                        </a:lnSpc>
                        <a:buNone/>
                      </a:pPr>
                      <a:r>
                        <a:rPr lang="en-US">
                          <a:effectLst/>
                        </a:rPr>
                        <a:t>$0.069</a:t>
                      </a:r>
                    </a:p>
                  </a:txBody>
                  <a:tcPr marL="152400" marT="95250" marB="95250" anchor="ctr"/>
                </a:tc>
                <a:extLst>
                  <a:ext uri="{0D108BD9-81ED-4DB2-BD59-A6C34878D82A}">
                    <a16:rowId xmlns:a16="http://schemas.microsoft.com/office/drawing/2014/main" val="2761139986"/>
                  </a:ext>
                </a:extLst>
              </a:tr>
              <a:tr h="0">
                <a:tc>
                  <a:txBody>
                    <a:bodyPr/>
                    <a:lstStyle/>
                    <a:p>
                      <a:pPr>
                        <a:lnSpc>
                          <a:spcPts val="1875"/>
                        </a:lnSpc>
                        <a:buNone/>
                      </a:pPr>
                      <a:r>
                        <a:rPr lang="en-US">
                          <a:effectLst/>
                        </a:rPr>
                        <a:t>2</a:t>
                      </a:r>
                    </a:p>
                  </a:txBody>
                  <a:tcPr marR="152400" marT="95250" marB="95250" anchor="ctr"/>
                </a:tc>
                <a:tc>
                  <a:txBody>
                    <a:bodyPr/>
                    <a:lstStyle/>
                    <a:p>
                      <a:pPr>
                        <a:lnSpc>
                          <a:spcPts val="1875"/>
                        </a:lnSpc>
                        <a:buNone/>
                      </a:pPr>
                      <a:r>
                        <a:rPr lang="en-US" err="1">
                          <a:effectLst/>
                        </a:rPr>
                        <a:t>BrickHeadz</a:t>
                      </a:r>
                    </a:p>
                  </a:txBody>
                  <a:tcPr marL="152400" marR="152400" marT="95250" marB="95250" anchor="ctr"/>
                </a:tc>
                <a:tc>
                  <a:txBody>
                    <a:bodyPr/>
                    <a:lstStyle/>
                    <a:p>
                      <a:pPr>
                        <a:lnSpc>
                          <a:spcPts val="1875"/>
                        </a:lnSpc>
                        <a:buNone/>
                      </a:pPr>
                      <a:r>
                        <a:rPr lang="en-US">
                          <a:effectLst/>
                        </a:rPr>
                        <a:t>$0.075</a:t>
                      </a:r>
                    </a:p>
                  </a:txBody>
                  <a:tcPr marL="152400" marT="95250" marB="95250" anchor="ctr"/>
                </a:tc>
                <a:extLst>
                  <a:ext uri="{0D108BD9-81ED-4DB2-BD59-A6C34878D82A}">
                    <a16:rowId xmlns:a16="http://schemas.microsoft.com/office/drawing/2014/main" val="553213174"/>
                  </a:ext>
                </a:extLst>
              </a:tr>
              <a:tr h="0">
                <a:tc>
                  <a:txBody>
                    <a:bodyPr/>
                    <a:lstStyle/>
                    <a:p>
                      <a:pPr>
                        <a:lnSpc>
                          <a:spcPts val="1875"/>
                        </a:lnSpc>
                        <a:buNone/>
                      </a:pPr>
                      <a:r>
                        <a:rPr lang="en-US">
                          <a:effectLst/>
                        </a:rPr>
                        <a:t>3</a:t>
                      </a:r>
                    </a:p>
                  </a:txBody>
                  <a:tcPr marR="152400" marT="95250" marB="95250" anchor="ctr"/>
                </a:tc>
                <a:tc>
                  <a:txBody>
                    <a:bodyPr/>
                    <a:lstStyle/>
                    <a:p>
                      <a:pPr>
                        <a:lnSpc>
                          <a:spcPts val="1875"/>
                        </a:lnSpc>
                        <a:buNone/>
                      </a:pPr>
                      <a:r>
                        <a:rPr lang="en-US">
                          <a:effectLst/>
                        </a:rPr>
                        <a:t>Speed Champions</a:t>
                      </a:r>
                    </a:p>
                  </a:txBody>
                  <a:tcPr marL="152400" marR="152400" marT="95250" marB="95250" anchor="ctr"/>
                </a:tc>
                <a:tc>
                  <a:txBody>
                    <a:bodyPr/>
                    <a:lstStyle/>
                    <a:p>
                      <a:pPr>
                        <a:lnSpc>
                          <a:spcPts val="1875"/>
                        </a:lnSpc>
                        <a:buNone/>
                      </a:pPr>
                      <a:r>
                        <a:rPr lang="en-US">
                          <a:effectLst/>
                        </a:rPr>
                        <a:t>$0.079</a:t>
                      </a:r>
                    </a:p>
                  </a:txBody>
                  <a:tcPr marL="152400" marT="95250" marB="95250" anchor="ctr"/>
                </a:tc>
                <a:extLst>
                  <a:ext uri="{0D108BD9-81ED-4DB2-BD59-A6C34878D82A}">
                    <a16:rowId xmlns:a16="http://schemas.microsoft.com/office/drawing/2014/main" val="117072438"/>
                  </a:ext>
                </a:extLst>
              </a:tr>
              <a:tr h="0">
                <a:tc>
                  <a:txBody>
                    <a:bodyPr/>
                    <a:lstStyle/>
                    <a:p>
                      <a:pPr>
                        <a:lnSpc>
                          <a:spcPts val="1875"/>
                        </a:lnSpc>
                        <a:buNone/>
                      </a:pPr>
                      <a:r>
                        <a:rPr lang="en-US">
                          <a:effectLst/>
                        </a:rPr>
                        <a:t>4</a:t>
                      </a:r>
                    </a:p>
                  </a:txBody>
                  <a:tcPr marR="152400" marT="95250" marB="95250" anchor="ctr"/>
                </a:tc>
                <a:tc>
                  <a:txBody>
                    <a:bodyPr/>
                    <a:lstStyle/>
                    <a:p>
                      <a:pPr>
                        <a:lnSpc>
                          <a:spcPts val="1875"/>
                        </a:lnSpc>
                        <a:buNone/>
                      </a:pPr>
                      <a:r>
                        <a:rPr lang="en-US">
                          <a:effectLst/>
                        </a:rPr>
                        <a:t>Architecture</a:t>
                      </a:r>
                    </a:p>
                  </a:txBody>
                  <a:tcPr marL="152400" marR="152400" marT="95250" marB="95250" anchor="ctr"/>
                </a:tc>
                <a:tc>
                  <a:txBody>
                    <a:bodyPr/>
                    <a:lstStyle/>
                    <a:p>
                      <a:pPr>
                        <a:lnSpc>
                          <a:spcPts val="1875"/>
                        </a:lnSpc>
                        <a:buNone/>
                      </a:pPr>
                      <a:r>
                        <a:rPr lang="en-US">
                          <a:effectLst/>
                        </a:rPr>
                        <a:t>$0.082</a:t>
                      </a:r>
                    </a:p>
                  </a:txBody>
                  <a:tcPr marL="152400" marT="95250" marB="95250" anchor="ctr"/>
                </a:tc>
                <a:extLst>
                  <a:ext uri="{0D108BD9-81ED-4DB2-BD59-A6C34878D82A}">
                    <a16:rowId xmlns:a16="http://schemas.microsoft.com/office/drawing/2014/main" val="2728405069"/>
                  </a:ext>
                </a:extLst>
              </a:tr>
              <a:tr h="0">
                <a:tc>
                  <a:txBody>
                    <a:bodyPr/>
                    <a:lstStyle/>
                    <a:p>
                      <a:pPr>
                        <a:lnSpc>
                          <a:spcPts val="1875"/>
                        </a:lnSpc>
                        <a:buNone/>
                      </a:pPr>
                      <a:r>
                        <a:rPr lang="en-US">
                          <a:effectLst/>
                        </a:rPr>
                        <a:t>5</a:t>
                      </a:r>
                    </a:p>
                  </a:txBody>
                  <a:tcPr marR="152400" marT="95250" marB="95250" anchor="ctr"/>
                </a:tc>
                <a:tc>
                  <a:txBody>
                    <a:bodyPr/>
                    <a:lstStyle/>
                    <a:p>
                      <a:pPr>
                        <a:lnSpc>
                          <a:spcPts val="1875"/>
                        </a:lnSpc>
                        <a:buNone/>
                      </a:pPr>
                      <a:r>
                        <a:rPr lang="en-US">
                          <a:effectLst/>
                        </a:rPr>
                        <a:t>Ideas</a:t>
                      </a:r>
                    </a:p>
                  </a:txBody>
                  <a:tcPr marL="152400" marR="152400" marT="95250" marB="95250" anchor="ctr"/>
                </a:tc>
                <a:tc>
                  <a:txBody>
                    <a:bodyPr/>
                    <a:lstStyle/>
                    <a:p>
                      <a:pPr>
                        <a:lnSpc>
                          <a:spcPts val="1875"/>
                        </a:lnSpc>
                        <a:buNone/>
                      </a:pPr>
                      <a:r>
                        <a:rPr lang="en-US">
                          <a:effectLst/>
                        </a:rPr>
                        <a:t>$0.086</a:t>
                      </a:r>
                    </a:p>
                  </a:txBody>
                  <a:tcPr marL="152400" marT="95250" marB="95250" anchor="ctr"/>
                </a:tc>
                <a:extLst>
                  <a:ext uri="{0D108BD9-81ED-4DB2-BD59-A6C34878D82A}">
                    <a16:rowId xmlns:a16="http://schemas.microsoft.com/office/drawing/2014/main" val="597259822"/>
                  </a:ext>
                </a:extLst>
              </a:tr>
              <a:tr h="0">
                <a:tc>
                  <a:txBody>
                    <a:bodyPr/>
                    <a:lstStyle/>
                    <a:p>
                      <a:pPr>
                        <a:lnSpc>
                          <a:spcPts val="1875"/>
                        </a:lnSpc>
                        <a:buNone/>
                      </a:pPr>
                      <a:r>
                        <a:rPr lang="en-US">
                          <a:effectLst/>
                        </a:rPr>
                        <a:t>6</a:t>
                      </a:r>
                    </a:p>
                  </a:txBody>
                  <a:tcPr marR="152400" marT="95250" marB="95250" anchor="ctr"/>
                </a:tc>
                <a:tc>
                  <a:txBody>
                    <a:bodyPr/>
                    <a:lstStyle/>
                    <a:p>
                      <a:pPr>
                        <a:lnSpc>
                          <a:spcPts val="1875"/>
                        </a:lnSpc>
                        <a:buNone/>
                      </a:pPr>
                      <a:r>
                        <a:rPr lang="en-US">
                          <a:effectLst/>
                        </a:rPr>
                        <a:t>Creator 3-in-1</a:t>
                      </a:r>
                    </a:p>
                  </a:txBody>
                  <a:tcPr marL="152400" marR="152400" marT="95250" marB="95250" anchor="ctr"/>
                </a:tc>
                <a:tc>
                  <a:txBody>
                    <a:bodyPr/>
                    <a:lstStyle/>
                    <a:p>
                      <a:pPr>
                        <a:lnSpc>
                          <a:spcPts val="1875"/>
                        </a:lnSpc>
                        <a:buNone/>
                      </a:pPr>
                      <a:r>
                        <a:rPr lang="en-US">
                          <a:effectLst/>
                        </a:rPr>
                        <a:t>$0.089</a:t>
                      </a:r>
                    </a:p>
                  </a:txBody>
                  <a:tcPr marL="152400" marT="95250" marB="95250" anchor="ctr"/>
                </a:tc>
                <a:extLst>
                  <a:ext uri="{0D108BD9-81ED-4DB2-BD59-A6C34878D82A}">
                    <a16:rowId xmlns:a16="http://schemas.microsoft.com/office/drawing/2014/main" val="2257478104"/>
                  </a:ext>
                </a:extLst>
              </a:tr>
              <a:tr h="0">
                <a:tc>
                  <a:txBody>
                    <a:bodyPr/>
                    <a:lstStyle/>
                    <a:p>
                      <a:pPr>
                        <a:lnSpc>
                          <a:spcPts val="1875"/>
                        </a:lnSpc>
                        <a:buNone/>
                      </a:pPr>
                      <a:r>
                        <a:rPr lang="en-US">
                          <a:effectLst/>
                        </a:rPr>
                        <a:t>7</a:t>
                      </a:r>
                    </a:p>
                  </a:txBody>
                  <a:tcPr marR="152400" marT="95250" marB="95250" anchor="ctr"/>
                </a:tc>
                <a:tc>
                  <a:txBody>
                    <a:bodyPr/>
                    <a:lstStyle/>
                    <a:p>
                      <a:pPr>
                        <a:lnSpc>
                          <a:spcPts val="1875"/>
                        </a:lnSpc>
                        <a:buNone/>
                      </a:pPr>
                      <a:r>
                        <a:rPr lang="en-US">
                          <a:effectLst/>
                        </a:rPr>
                        <a:t>Unikitty!™</a:t>
                      </a:r>
                    </a:p>
                  </a:txBody>
                  <a:tcPr marL="152400" marR="152400" marT="95250" marB="95250" anchor="ctr"/>
                </a:tc>
                <a:tc>
                  <a:txBody>
                    <a:bodyPr/>
                    <a:lstStyle/>
                    <a:p>
                      <a:pPr>
                        <a:lnSpc>
                          <a:spcPts val="1875"/>
                        </a:lnSpc>
                        <a:buNone/>
                      </a:pPr>
                      <a:r>
                        <a:rPr lang="en-US">
                          <a:effectLst/>
                        </a:rPr>
                        <a:t>$0.089</a:t>
                      </a:r>
                    </a:p>
                  </a:txBody>
                  <a:tcPr marL="152400" marT="95250" marB="95250" anchor="ctr"/>
                </a:tc>
                <a:extLst>
                  <a:ext uri="{0D108BD9-81ED-4DB2-BD59-A6C34878D82A}">
                    <a16:rowId xmlns:a16="http://schemas.microsoft.com/office/drawing/2014/main" val="3218902810"/>
                  </a:ext>
                </a:extLst>
              </a:tr>
              <a:tr h="0">
                <a:tc>
                  <a:txBody>
                    <a:bodyPr/>
                    <a:lstStyle/>
                    <a:p>
                      <a:pPr>
                        <a:lnSpc>
                          <a:spcPts val="1875"/>
                        </a:lnSpc>
                        <a:buNone/>
                      </a:pPr>
                      <a:r>
                        <a:rPr lang="en-US">
                          <a:effectLst/>
                        </a:rPr>
                        <a:t>8</a:t>
                      </a:r>
                    </a:p>
                  </a:txBody>
                  <a:tcPr marR="152400" marT="95250" marB="95250" anchor="ctr"/>
                </a:tc>
                <a:tc>
                  <a:txBody>
                    <a:bodyPr/>
                    <a:lstStyle/>
                    <a:p>
                      <a:pPr>
                        <a:lnSpc>
                          <a:spcPts val="1875"/>
                        </a:lnSpc>
                        <a:buNone/>
                      </a:pPr>
                      <a:r>
                        <a:rPr lang="en-US">
                          <a:effectLst/>
                        </a:rPr>
                        <a:t>Creator Expert</a:t>
                      </a:r>
                    </a:p>
                  </a:txBody>
                  <a:tcPr marL="152400" marR="152400" marT="95250" marB="95250" anchor="ctr"/>
                </a:tc>
                <a:tc>
                  <a:txBody>
                    <a:bodyPr/>
                    <a:lstStyle/>
                    <a:p>
                      <a:pPr>
                        <a:lnSpc>
                          <a:spcPts val="1875"/>
                        </a:lnSpc>
                        <a:buNone/>
                      </a:pPr>
                      <a:r>
                        <a:rPr lang="en-US">
                          <a:effectLst/>
                        </a:rPr>
                        <a:t>$0.096</a:t>
                      </a:r>
                    </a:p>
                  </a:txBody>
                  <a:tcPr marL="152400" marT="95250" marB="95250" anchor="ctr"/>
                </a:tc>
                <a:extLst>
                  <a:ext uri="{0D108BD9-81ED-4DB2-BD59-A6C34878D82A}">
                    <a16:rowId xmlns:a16="http://schemas.microsoft.com/office/drawing/2014/main" val="4192092230"/>
                  </a:ext>
                </a:extLst>
              </a:tr>
              <a:tr h="0">
                <a:tc>
                  <a:txBody>
                    <a:bodyPr/>
                    <a:lstStyle/>
                    <a:p>
                      <a:pPr>
                        <a:lnSpc>
                          <a:spcPts val="1875"/>
                        </a:lnSpc>
                        <a:buNone/>
                      </a:pPr>
                      <a:r>
                        <a:rPr lang="en-US">
                          <a:effectLst/>
                        </a:rPr>
                        <a:t>9</a:t>
                      </a:r>
                    </a:p>
                  </a:txBody>
                  <a:tcPr marR="152400" marT="95250" marB="95250" anchor="ctr"/>
                </a:tc>
                <a:tc>
                  <a:txBody>
                    <a:bodyPr/>
                    <a:lstStyle/>
                    <a:p>
                      <a:pPr>
                        <a:lnSpc>
                          <a:spcPts val="1875"/>
                        </a:lnSpc>
                        <a:buNone/>
                      </a:pPr>
                      <a:r>
                        <a:rPr lang="en-US">
                          <a:effectLst/>
                        </a:rPr>
                        <a:t>Hidden Side</a:t>
                      </a:r>
                    </a:p>
                  </a:txBody>
                  <a:tcPr marL="152400" marR="152400" marT="95250" marB="95250" anchor="ctr"/>
                </a:tc>
                <a:tc>
                  <a:txBody>
                    <a:bodyPr/>
                    <a:lstStyle/>
                    <a:p>
                      <a:pPr>
                        <a:lnSpc>
                          <a:spcPts val="1875"/>
                        </a:lnSpc>
                        <a:buNone/>
                      </a:pPr>
                      <a:r>
                        <a:rPr lang="en-US">
                          <a:effectLst/>
                        </a:rPr>
                        <a:t>$0.098</a:t>
                      </a:r>
                    </a:p>
                  </a:txBody>
                  <a:tcPr marL="152400" marT="95250" marB="95250" anchor="ctr"/>
                </a:tc>
                <a:extLst>
                  <a:ext uri="{0D108BD9-81ED-4DB2-BD59-A6C34878D82A}">
                    <a16:rowId xmlns:a16="http://schemas.microsoft.com/office/drawing/2014/main" val="1238427531"/>
                  </a:ext>
                </a:extLst>
              </a:tr>
              <a:tr h="0">
                <a:tc>
                  <a:txBody>
                    <a:bodyPr/>
                    <a:lstStyle/>
                    <a:p>
                      <a:pPr>
                        <a:lnSpc>
                          <a:spcPts val="1875"/>
                        </a:lnSpc>
                        <a:buNone/>
                      </a:pPr>
                      <a:r>
                        <a:rPr lang="en-US">
                          <a:effectLst/>
                        </a:rPr>
                        <a:t>10</a:t>
                      </a:r>
                    </a:p>
                  </a:txBody>
                  <a:tcPr marR="152400" marT="95250" marB="95250" anchor="ctr"/>
                </a:tc>
                <a:tc>
                  <a:txBody>
                    <a:bodyPr/>
                    <a:lstStyle/>
                    <a:p>
                      <a:pPr>
                        <a:lnSpc>
                          <a:spcPts val="1875"/>
                        </a:lnSpc>
                        <a:buNone/>
                      </a:pPr>
                      <a:r>
                        <a:rPr lang="en-US">
                          <a:effectLst/>
                        </a:rPr>
                        <a:t>Overwatch®</a:t>
                      </a:r>
                    </a:p>
                  </a:txBody>
                  <a:tcPr marL="152400" marR="152400" marT="95250" marB="95250" anchor="ctr"/>
                </a:tc>
                <a:tc>
                  <a:txBody>
                    <a:bodyPr/>
                    <a:lstStyle/>
                    <a:p>
                      <a:pPr>
                        <a:lnSpc>
                          <a:spcPts val="1875"/>
                        </a:lnSpc>
                        <a:buNone/>
                      </a:pPr>
                      <a:r>
                        <a:rPr lang="en-US">
                          <a:effectLst/>
                        </a:rPr>
                        <a:t>$0.100</a:t>
                      </a:r>
                    </a:p>
                  </a:txBody>
                  <a:tcPr marL="152400" marT="95250" marB="95250" anchor="ctr"/>
                </a:tc>
                <a:extLst>
                  <a:ext uri="{0D108BD9-81ED-4DB2-BD59-A6C34878D82A}">
                    <a16:rowId xmlns:a16="http://schemas.microsoft.com/office/drawing/2014/main" val="3309383917"/>
                  </a:ext>
                </a:extLst>
              </a:tr>
            </a:tbl>
          </a:graphicData>
        </a:graphic>
      </p:graphicFrame>
      <p:sp>
        <p:nvSpPr>
          <p:cNvPr id="4" name="Slide Number Placeholder 3">
            <a:extLst>
              <a:ext uri="{FF2B5EF4-FFF2-40B4-BE49-F238E27FC236}">
                <a16:creationId xmlns:a16="http://schemas.microsoft.com/office/drawing/2014/main" id="{D0FDC994-5901-3010-CD9F-D7D8CE6752FE}"/>
              </a:ext>
            </a:extLst>
          </p:cNvPr>
          <p:cNvSpPr>
            <a:spLocks noGrp="1"/>
          </p:cNvSpPr>
          <p:nvPr>
            <p:ph type="sldNum" sz="quarter" idx="11"/>
          </p:nvPr>
        </p:nvSpPr>
        <p:spPr/>
        <p:txBody>
          <a:bodyPr/>
          <a:lstStyle/>
          <a:p>
            <a:fld id="{294A09A9-5501-47C1-A89A-A340965A2BE2}" type="slidenum">
              <a:rPr lang="en-US" smtClean="0"/>
              <a:pPr/>
              <a:t>16</a:t>
            </a:fld>
            <a:endParaRPr lang="en-US"/>
          </a:p>
        </p:txBody>
      </p:sp>
    </p:spTree>
    <p:extLst>
      <p:ext uri="{BB962C8B-B14F-4D97-AF65-F5344CB8AC3E}">
        <p14:creationId xmlns:p14="http://schemas.microsoft.com/office/powerpoint/2010/main" val="20565926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54025B03-7FAD-1FA7-D8CC-B55E2C240CF4}"/>
              </a:ext>
            </a:extLst>
          </p:cNvPr>
          <p:cNvPicPr>
            <a:picLocks noGrp="1" noChangeAspect="1"/>
          </p:cNvPicPr>
          <p:nvPr>
            <p:ph idx="1"/>
          </p:nvPr>
        </p:nvPicPr>
        <p:blipFill>
          <a:blip r:embed="rId2"/>
          <a:srcRect b="881"/>
          <a:stretch>
            <a:fillRect/>
          </a:stretch>
        </p:blipFill>
        <p:spPr>
          <a:xfrm>
            <a:off x="20" y="10"/>
            <a:ext cx="12191980" cy="6857990"/>
          </a:xfrm>
          <a:prstGeom prst="rect">
            <a:avLst/>
          </a:prstGeom>
          <a:noFill/>
        </p:spPr>
      </p:pic>
      <p:sp>
        <p:nvSpPr>
          <p:cNvPr id="5" name="Footer Placeholder 4">
            <a:extLst>
              <a:ext uri="{FF2B5EF4-FFF2-40B4-BE49-F238E27FC236}">
                <a16:creationId xmlns:a16="http://schemas.microsoft.com/office/drawing/2014/main" id="{CBC6564F-B955-2EC0-1990-5C2418CA4A52}"/>
              </a:ext>
            </a:extLst>
          </p:cNvPr>
          <p:cNvSpPr>
            <a:spLocks noGrp="1"/>
          </p:cNvSpPr>
          <p:nvPr>
            <p:ph type="ftr" sz="quarter" idx="4294967295"/>
          </p:nvPr>
        </p:nvSpPr>
        <p:spPr>
          <a:xfrm>
            <a:off x="466344" y="6190488"/>
            <a:ext cx="2331720" cy="274320"/>
          </a:xfrm>
        </p:spPr>
        <p:txBody>
          <a:bodyPr/>
          <a:lstStyle/>
          <a:p>
            <a:pPr>
              <a:spcAft>
                <a:spcPts val="600"/>
              </a:spcAft>
            </a:pPr>
            <a:r>
              <a:rPr lang="en-US"/>
              <a:t>Crypto: investing &amp; trading</a:t>
            </a:r>
          </a:p>
        </p:txBody>
      </p:sp>
      <p:sp>
        <p:nvSpPr>
          <p:cNvPr id="6" name="Slide Number Placeholder 5" hidden="1">
            <a:extLst>
              <a:ext uri="{FF2B5EF4-FFF2-40B4-BE49-F238E27FC236}">
                <a16:creationId xmlns:a16="http://schemas.microsoft.com/office/drawing/2014/main" id="{49DEC8BC-0855-385D-6EAA-993AFD47BC39}"/>
              </a:ext>
            </a:extLst>
          </p:cNvPr>
          <p:cNvSpPr>
            <a:spLocks noGrp="1"/>
          </p:cNvSpPr>
          <p:nvPr>
            <p:ph type="sldNum" sz="quarter" idx="4294967295"/>
          </p:nvPr>
        </p:nvSpPr>
        <p:spPr>
          <a:xfrm>
            <a:off x="329184" y="411480"/>
            <a:ext cx="521208" cy="310896"/>
          </a:xfrm>
        </p:spPr>
        <p:txBody>
          <a:bodyPr/>
          <a:lstStyle/>
          <a:p>
            <a:pPr>
              <a:spcAft>
                <a:spcPts val="600"/>
              </a:spcAft>
            </a:pPr>
            <a:fld id="{294A09A9-5501-47C1-A89A-A340965A2BE2}" type="slidenum">
              <a:rPr lang="en-US" smtClean="0"/>
              <a:pPr>
                <a:spcAft>
                  <a:spcPts val="600"/>
                </a:spcAft>
              </a:pPr>
              <a:t>17</a:t>
            </a:fld>
            <a:endParaRPr lang="en-US"/>
          </a:p>
        </p:txBody>
      </p:sp>
    </p:spTree>
    <p:extLst>
      <p:ext uri="{BB962C8B-B14F-4D97-AF65-F5344CB8AC3E}">
        <p14:creationId xmlns:p14="http://schemas.microsoft.com/office/powerpoint/2010/main" val="3674097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03E550-3447-4871-F0C8-90713894D152}"/>
              </a:ext>
            </a:extLst>
          </p:cNvPr>
          <p:cNvSpPr>
            <a:spLocks noGrp="1"/>
          </p:cNvSpPr>
          <p:nvPr>
            <p:ph type="title"/>
          </p:nvPr>
        </p:nvSpPr>
        <p:spPr>
          <a:xfrm>
            <a:off x="859463" y="414818"/>
            <a:ext cx="10881360" cy="679777"/>
          </a:xfrm>
        </p:spPr>
        <p:txBody>
          <a:bodyPr/>
          <a:lstStyle/>
          <a:p>
            <a:r>
              <a:rPr lang="en-US"/>
              <a:t>Key Takeaways</a:t>
            </a:r>
          </a:p>
        </p:txBody>
      </p:sp>
      <p:sp>
        <p:nvSpPr>
          <p:cNvPr id="3" name="Content Placeholder 2">
            <a:extLst>
              <a:ext uri="{FF2B5EF4-FFF2-40B4-BE49-F238E27FC236}">
                <a16:creationId xmlns:a16="http://schemas.microsoft.com/office/drawing/2014/main" id="{0728DBF8-346E-06D7-E8D8-5EA9E165A204}"/>
              </a:ext>
            </a:extLst>
          </p:cNvPr>
          <p:cNvSpPr>
            <a:spLocks noGrp="1"/>
          </p:cNvSpPr>
          <p:nvPr>
            <p:ph idx="1"/>
          </p:nvPr>
        </p:nvSpPr>
        <p:spPr>
          <a:xfrm>
            <a:off x="860771" y="1196847"/>
            <a:ext cx="10795361" cy="4781588"/>
          </a:xfrm>
        </p:spPr>
        <p:txBody>
          <a:bodyPr vert="horz" lIns="91440" tIns="45720" rIns="91440" bIns="45720" rtlCol="0" anchor="t">
            <a:noAutofit/>
          </a:bodyPr>
          <a:lstStyle/>
          <a:p>
            <a:pPr marL="0" indent="0">
              <a:buNone/>
            </a:pPr>
            <a:r>
              <a:rPr lang="en-US" sz="1500" b="1">
                <a:ea typeface="+mn-lt"/>
                <a:cs typeface="+mn-lt"/>
              </a:rPr>
              <a:t>Summary of Findings:</a:t>
            </a:r>
            <a:endParaRPr lang="en-US" sz="1500" b="1"/>
          </a:p>
          <a:p>
            <a:pPr indent="-347345"/>
            <a:r>
              <a:rPr lang="en-US" sz="1500">
                <a:ea typeface="+mn-lt"/>
                <a:cs typeface="+mn-lt"/>
              </a:rPr>
              <a:t>Classic is the most affordable theme at $0.069 per piece.</a:t>
            </a:r>
            <a:endParaRPr lang="en-US" sz="1500"/>
          </a:p>
          <a:p>
            <a:pPr indent="-347345"/>
            <a:r>
              <a:rPr lang="en-US" sz="1500">
                <a:ea typeface="+mn-lt"/>
                <a:cs typeface="+mn-lt"/>
              </a:rPr>
              <a:t>Themes like </a:t>
            </a:r>
            <a:r>
              <a:rPr lang="en-US" sz="1500" err="1">
                <a:ea typeface="+mn-lt"/>
                <a:cs typeface="+mn-lt"/>
              </a:rPr>
              <a:t>BrickHeadz</a:t>
            </a:r>
            <a:r>
              <a:rPr lang="en-US" sz="1500">
                <a:ea typeface="+mn-lt"/>
                <a:cs typeface="+mn-lt"/>
              </a:rPr>
              <a:t>, Speed Champions, and Architecture also offer excellent value.</a:t>
            </a:r>
            <a:endParaRPr lang="en-US" sz="1500"/>
          </a:p>
          <a:p>
            <a:pPr indent="-347345"/>
            <a:r>
              <a:rPr lang="en-US" sz="1500">
                <a:ea typeface="+mn-lt"/>
                <a:cs typeface="+mn-lt"/>
              </a:rPr>
              <a:t>Large, complex sets (e.g., Creator Expert, Ideas) can still be cost-effective despite higher total prices.</a:t>
            </a:r>
            <a:endParaRPr lang="en-US" sz="1500"/>
          </a:p>
          <a:p>
            <a:pPr indent="-347345"/>
            <a:endParaRPr lang="en-US" sz="1500">
              <a:ea typeface="+mn-lt"/>
              <a:cs typeface="+mn-lt"/>
            </a:endParaRPr>
          </a:p>
          <a:p>
            <a:pPr marL="0" indent="0">
              <a:buNone/>
            </a:pPr>
            <a:r>
              <a:rPr lang="en-US" sz="1500" b="1">
                <a:ea typeface="+mn-lt"/>
                <a:cs typeface="+mn-lt"/>
              </a:rPr>
              <a:t>Why Price per Piece Matters:</a:t>
            </a:r>
            <a:endParaRPr lang="en-US" sz="1500" b="1"/>
          </a:p>
          <a:p>
            <a:pPr indent="-347345"/>
            <a:r>
              <a:rPr lang="en-US" sz="1500">
                <a:ea typeface="+mn-lt"/>
                <a:cs typeface="+mn-lt"/>
              </a:rPr>
              <a:t>Helps identify budget-friendly building options.</a:t>
            </a:r>
            <a:endParaRPr lang="en-US" sz="1500"/>
          </a:p>
          <a:p>
            <a:pPr indent="-347345"/>
            <a:r>
              <a:rPr lang="en-US" sz="1500">
                <a:ea typeface="+mn-lt"/>
                <a:cs typeface="+mn-lt"/>
              </a:rPr>
              <a:t>Useful for gift buyers, collectors, and parents.</a:t>
            </a:r>
            <a:endParaRPr lang="en-US" sz="1500"/>
          </a:p>
          <a:p>
            <a:pPr indent="-347345"/>
            <a:r>
              <a:rPr lang="en-US" sz="1500">
                <a:ea typeface="+mn-lt"/>
                <a:cs typeface="+mn-lt"/>
              </a:rPr>
              <a:t>Does not account for piece size, complexity, or licensing costs.</a:t>
            </a:r>
            <a:endParaRPr lang="en-US" sz="1500"/>
          </a:p>
          <a:p>
            <a:pPr indent="-347345"/>
            <a:endParaRPr lang="en-US" sz="1500">
              <a:ea typeface="+mn-lt"/>
              <a:cs typeface="+mn-lt"/>
            </a:endParaRPr>
          </a:p>
          <a:p>
            <a:pPr marL="0" indent="0">
              <a:buNone/>
            </a:pPr>
            <a:r>
              <a:rPr lang="en-US" sz="1500" b="1">
                <a:ea typeface="+mn-lt"/>
                <a:cs typeface="+mn-lt"/>
              </a:rPr>
              <a:t>Recommendations for Buyers:</a:t>
            </a:r>
            <a:endParaRPr lang="en-US" sz="1500" b="1"/>
          </a:p>
          <a:p>
            <a:pPr indent="-347345"/>
            <a:r>
              <a:rPr lang="en-US" sz="1500">
                <a:ea typeface="+mn-lt"/>
                <a:cs typeface="+mn-lt"/>
              </a:rPr>
              <a:t>Choose Classic or </a:t>
            </a:r>
            <a:r>
              <a:rPr lang="en-US" sz="1500" err="1">
                <a:ea typeface="+mn-lt"/>
                <a:cs typeface="+mn-lt"/>
              </a:rPr>
              <a:t>BrickHeadz</a:t>
            </a:r>
            <a:r>
              <a:rPr lang="en-US" sz="1500">
                <a:ea typeface="+mn-lt"/>
                <a:cs typeface="+mn-lt"/>
              </a:rPr>
              <a:t> for the best price-to-piece ratio.</a:t>
            </a:r>
            <a:endParaRPr lang="en-US" sz="1500"/>
          </a:p>
          <a:p>
            <a:pPr indent="-347345"/>
            <a:r>
              <a:rPr lang="en-US" sz="1500">
                <a:ea typeface="+mn-lt"/>
                <a:cs typeface="+mn-lt"/>
              </a:rPr>
              <a:t>Consider Speed Champions for affordable, detailed vehicle sets.</a:t>
            </a:r>
            <a:endParaRPr lang="en-US" sz="1500"/>
          </a:p>
          <a:p>
            <a:pPr indent="-347345"/>
            <a:r>
              <a:rPr lang="en-US" sz="1500">
                <a:ea typeface="+mn-lt"/>
                <a:cs typeface="+mn-lt"/>
              </a:rPr>
              <a:t>Explore Architecture and Ideas for premium yet value-rich builds.</a:t>
            </a:r>
            <a:endParaRPr lang="en-US" sz="1500"/>
          </a:p>
        </p:txBody>
      </p:sp>
      <p:sp>
        <p:nvSpPr>
          <p:cNvPr id="4" name="Slide Number Placeholder 3">
            <a:extLst>
              <a:ext uri="{FF2B5EF4-FFF2-40B4-BE49-F238E27FC236}">
                <a16:creationId xmlns:a16="http://schemas.microsoft.com/office/drawing/2014/main" id="{380F4E7F-E117-FC7B-E498-EE313C9E8C4F}"/>
              </a:ext>
            </a:extLst>
          </p:cNvPr>
          <p:cNvSpPr>
            <a:spLocks noGrp="1"/>
          </p:cNvSpPr>
          <p:nvPr>
            <p:ph type="sldNum" sz="quarter" idx="11"/>
          </p:nvPr>
        </p:nvSpPr>
        <p:spPr/>
        <p:txBody>
          <a:bodyPr/>
          <a:lstStyle/>
          <a:p>
            <a:fld id="{294A09A9-5501-47C1-A89A-A340965A2BE2}" type="slidenum">
              <a:rPr lang="en-US" smtClean="0"/>
              <a:pPr/>
              <a:t>18</a:t>
            </a:fld>
            <a:endParaRPr lang="en-US"/>
          </a:p>
        </p:txBody>
      </p:sp>
    </p:spTree>
    <p:extLst>
      <p:ext uri="{BB962C8B-B14F-4D97-AF65-F5344CB8AC3E}">
        <p14:creationId xmlns:p14="http://schemas.microsoft.com/office/powerpoint/2010/main" val="42164221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B765E-919B-0F36-1969-A47D7A77A4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A436B2-E08A-161E-36F3-33EF14E74DD2}"/>
              </a:ext>
            </a:extLst>
          </p:cNvPr>
          <p:cNvSpPr>
            <a:spLocks noGrp="1"/>
          </p:cNvSpPr>
          <p:nvPr>
            <p:ph type="ctrTitle"/>
          </p:nvPr>
        </p:nvSpPr>
        <p:spPr>
          <a:xfrm>
            <a:off x="1300976" y="1262269"/>
            <a:ext cx="9144000" cy="2157091"/>
          </a:xfrm>
        </p:spPr>
        <p:txBody>
          <a:bodyPr/>
          <a:lstStyle/>
          <a:p>
            <a:r>
              <a:rPr lang="en-US" sz="4500" b="0">
                <a:solidFill>
                  <a:srgbClr val="FFFFFF"/>
                </a:solidFill>
                <a:ea typeface="+mj-lt"/>
                <a:cs typeface="+mj-lt"/>
              </a:rPr>
              <a:t>Do sets with more piece's cost less per piece?</a:t>
            </a:r>
            <a:endParaRPr lang="en-US" sz="4500">
              <a:solidFill>
                <a:srgbClr val="FFFFFF"/>
              </a:solidFill>
            </a:endParaRPr>
          </a:p>
          <a:p>
            <a:endParaRPr lang="en-US" sz="4500">
              <a:solidFill>
                <a:srgbClr val="FFFFFF"/>
              </a:solidFill>
            </a:endParaRPr>
          </a:p>
        </p:txBody>
      </p:sp>
      <p:sp>
        <p:nvSpPr>
          <p:cNvPr id="3" name="Subtitle 2">
            <a:extLst>
              <a:ext uri="{FF2B5EF4-FFF2-40B4-BE49-F238E27FC236}">
                <a16:creationId xmlns:a16="http://schemas.microsoft.com/office/drawing/2014/main" id="{E4EBE998-817C-B63E-02F8-7510831A7753}"/>
              </a:ext>
            </a:extLst>
          </p:cNvPr>
          <p:cNvSpPr>
            <a:spLocks noGrp="1"/>
          </p:cNvSpPr>
          <p:nvPr>
            <p:ph type="subTitle" idx="1"/>
          </p:nvPr>
        </p:nvSpPr>
        <p:spPr>
          <a:xfrm>
            <a:off x="2489200" y="2961987"/>
            <a:ext cx="7068312" cy="758952"/>
          </a:xfrm>
        </p:spPr>
        <p:txBody>
          <a:bodyPr vert="horz" lIns="91440" tIns="45720" rIns="91440" bIns="45720" rtlCol="0" anchor="t">
            <a:noAutofit/>
          </a:bodyPr>
          <a:lstStyle/>
          <a:p>
            <a:r>
              <a:rPr lang="en-US" b="1">
                <a:cs typeface="Segoe UI Light"/>
              </a:rPr>
              <a:t>Are larger LEGO sets cheaper per piece?</a:t>
            </a:r>
            <a:endParaRPr lang="en-US" b="1"/>
          </a:p>
        </p:txBody>
      </p:sp>
      <p:sp>
        <p:nvSpPr>
          <p:cNvPr id="6" name="TextBox 5">
            <a:extLst>
              <a:ext uri="{FF2B5EF4-FFF2-40B4-BE49-F238E27FC236}">
                <a16:creationId xmlns:a16="http://schemas.microsoft.com/office/drawing/2014/main" id="{0D48E9D0-D329-0E30-EB9B-3C46CCA3044C}"/>
              </a:ext>
            </a:extLst>
          </p:cNvPr>
          <p:cNvSpPr txBox="1"/>
          <p:nvPr/>
        </p:nvSpPr>
        <p:spPr>
          <a:xfrm>
            <a:off x="1310640" y="3911599"/>
            <a:ext cx="9428480"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solidFill>
                  <a:schemeClr val="bg1"/>
                </a:solidFill>
                <a:cs typeface="Segoe UI Light"/>
              </a:rPr>
              <a:t>Why this matters:</a:t>
            </a:r>
          </a:p>
          <a:p>
            <a:r>
              <a:rPr lang="en-US">
                <a:solidFill>
                  <a:schemeClr val="bg1"/>
                </a:solidFill>
                <a:cs typeface="Segoe UI Light"/>
              </a:rPr>
              <a:t>Consumers evaluate LEGO value using price per piece.</a:t>
            </a:r>
            <a:br>
              <a:rPr lang="en-US">
                <a:cs typeface="Segoe UI Light"/>
              </a:rPr>
            </a:br>
            <a:r>
              <a:rPr lang="en-US">
                <a:solidFill>
                  <a:schemeClr val="bg1"/>
                </a:solidFill>
                <a:cs typeface="Segoe UI Light"/>
              </a:rPr>
              <a:t>Understanding this relationship supports decisions on pricing, bundling, and marketing.</a:t>
            </a:r>
            <a:endParaRPr lang="en-US">
              <a:solidFill>
                <a:schemeClr val="bg1"/>
              </a:solidFill>
            </a:endParaRPr>
          </a:p>
        </p:txBody>
      </p:sp>
    </p:spTree>
    <p:extLst>
      <p:ext uri="{BB962C8B-B14F-4D97-AF65-F5344CB8AC3E}">
        <p14:creationId xmlns:p14="http://schemas.microsoft.com/office/powerpoint/2010/main" val="7872997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E468968-73D3-538F-E0EB-2FC63A2B218B}"/>
              </a:ext>
            </a:extLst>
          </p:cNvPr>
          <p:cNvSpPr>
            <a:spLocks noGrp="1"/>
          </p:cNvSpPr>
          <p:nvPr>
            <p:ph type="sldNum" sz="quarter" idx="12"/>
          </p:nvPr>
        </p:nvSpPr>
        <p:spPr/>
        <p:txBody>
          <a:bodyPr/>
          <a:lstStyle/>
          <a:p>
            <a:fld id="{294A09A9-5501-47C1-A89A-A340965A2BE2}" type="slidenum">
              <a:rPr lang="en-US" smtClean="0"/>
              <a:t>20</a:t>
            </a:fld>
            <a:endParaRPr lang="en-US"/>
          </a:p>
        </p:txBody>
      </p:sp>
      <p:sp>
        <p:nvSpPr>
          <p:cNvPr id="2" name="TextBox 1">
            <a:extLst>
              <a:ext uri="{FF2B5EF4-FFF2-40B4-BE49-F238E27FC236}">
                <a16:creationId xmlns:a16="http://schemas.microsoft.com/office/drawing/2014/main" id="{25241FE3-8E00-E4EE-AD0A-A5B2CFCD7395}"/>
              </a:ext>
            </a:extLst>
          </p:cNvPr>
          <p:cNvSpPr txBox="1"/>
          <p:nvPr/>
        </p:nvSpPr>
        <p:spPr>
          <a:xfrm>
            <a:off x="853439" y="1534160"/>
            <a:ext cx="8183794"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solidFill>
                  <a:schemeClr val="bg1"/>
                </a:solidFill>
                <a:cs typeface="Segoe UI Light"/>
              </a:rPr>
              <a:t>Research Question: </a:t>
            </a:r>
            <a:r>
              <a:rPr lang="en-US">
                <a:solidFill>
                  <a:schemeClr val="bg1"/>
                </a:solidFill>
                <a:cs typeface="Segoe UI Light"/>
              </a:rPr>
              <a:t>Are larger LEGO sets cheaper per piece?</a:t>
            </a:r>
            <a:endParaRPr lang="en-US">
              <a:solidFill>
                <a:schemeClr val="bg1"/>
              </a:solidFill>
            </a:endParaRPr>
          </a:p>
          <a:p>
            <a:r>
              <a:rPr lang="en-US" b="1">
                <a:solidFill>
                  <a:schemeClr val="bg1"/>
                </a:solidFill>
                <a:cs typeface="Segoe UI Light"/>
              </a:rPr>
              <a:t>Goal: </a:t>
            </a:r>
            <a:r>
              <a:rPr lang="en-US">
                <a:solidFill>
                  <a:schemeClr val="bg1"/>
                </a:solidFill>
                <a:cs typeface="Segoe UI Light"/>
              </a:rPr>
              <a:t>Determine whether pricing aligns with customer-perceived value.</a:t>
            </a:r>
          </a:p>
          <a:p>
            <a:endParaRPr lang="en-US">
              <a:cs typeface="Segoe UI Light"/>
            </a:endParaRPr>
          </a:p>
        </p:txBody>
      </p:sp>
      <p:sp>
        <p:nvSpPr>
          <p:cNvPr id="4" name="TextBox 3">
            <a:extLst>
              <a:ext uri="{FF2B5EF4-FFF2-40B4-BE49-F238E27FC236}">
                <a16:creationId xmlns:a16="http://schemas.microsoft.com/office/drawing/2014/main" id="{B07801F8-6AE4-A91F-EC33-C91C526E9B8C}"/>
              </a:ext>
            </a:extLst>
          </p:cNvPr>
          <p:cNvSpPr txBox="1"/>
          <p:nvPr/>
        </p:nvSpPr>
        <p:spPr>
          <a:xfrm>
            <a:off x="5450925" y="2506764"/>
            <a:ext cx="5110480" cy="230832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u="sng">
                <a:solidFill>
                  <a:schemeClr val="bg1"/>
                </a:solidFill>
                <a:cs typeface="Segoe UI Light"/>
              </a:rPr>
              <a:t>Methodology:</a:t>
            </a:r>
          </a:p>
          <a:p>
            <a:pPr marL="285750" indent="-285750">
              <a:buFont typeface="Courier New"/>
              <a:buChar char="o"/>
            </a:pPr>
            <a:r>
              <a:rPr lang="en-US">
                <a:solidFill>
                  <a:schemeClr val="bg1"/>
                </a:solidFill>
                <a:cs typeface="Segoe UI Light"/>
              </a:rPr>
              <a:t>Loaded LEGO dataset</a:t>
            </a:r>
          </a:p>
          <a:p>
            <a:pPr marL="285750" indent="-285750">
              <a:buFont typeface="Courier New"/>
              <a:buChar char="o"/>
            </a:pPr>
            <a:r>
              <a:rPr lang="en-US">
                <a:solidFill>
                  <a:schemeClr val="bg1"/>
                </a:solidFill>
                <a:cs typeface="Segoe UI Light"/>
              </a:rPr>
              <a:t>Cleaned missing values for price and pieces</a:t>
            </a:r>
          </a:p>
          <a:p>
            <a:pPr marL="285750" indent="-285750">
              <a:buFont typeface="Courier New"/>
              <a:buChar char="o"/>
            </a:pPr>
            <a:r>
              <a:rPr lang="en-US">
                <a:solidFill>
                  <a:schemeClr val="bg1"/>
                </a:solidFill>
                <a:cs typeface="Segoe UI Light"/>
              </a:rPr>
              <a:t>Created new metric:</a:t>
            </a:r>
            <a:br>
              <a:rPr lang="en-US">
                <a:solidFill>
                  <a:schemeClr val="bg1"/>
                </a:solidFill>
                <a:cs typeface="Segoe UI Light"/>
              </a:rPr>
            </a:br>
            <a:r>
              <a:rPr lang="en-US">
                <a:solidFill>
                  <a:schemeClr val="bg1"/>
                </a:solidFill>
                <a:cs typeface="Segoe UI Light"/>
              </a:rPr>
              <a:t> </a:t>
            </a:r>
            <a:r>
              <a:rPr lang="en-US" b="1">
                <a:solidFill>
                  <a:schemeClr val="bg1"/>
                </a:solidFill>
                <a:cs typeface="Segoe UI Light"/>
              </a:rPr>
              <a:t>Price per Piece = Price ÷ Pieces</a:t>
            </a:r>
          </a:p>
          <a:p>
            <a:endParaRPr lang="en-US">
              <a:solidFill>
                <a:schemeClr val="bg1"/>
              </a:solidFill>
              <a:cs typeface="Segoe UI Light"/>
            </a:endParaRPr>
          </a:p>
          <a:p>
            <a:endParaRPr lang="en-US" b="1">
              <a:solidFill>
                <a:schemeClr val="bg1"/>
              </a:solidFill>
              <a:cs typeface="Segoe UI Light"/>
            </a:endParaRPr>
          </a:p>
          <a:p>
            <a:pPr algn="l"/>
            <a:endParaRPr lang="en-US">
              <a:cs typeface="Segoe UI Light"/>
            </a:endParaRPr>
          </a:p>
        </p:txBody>
      </p:sp>
      <p:sp>
        <p:nvSpPr>
          <p:cNvPr id="5" name="TextBox 4">
            <a:extLst>
              <a:ext uri="{FF2B5EF4-FFF2-40B4-BE49-F238E27FC236}">
                <a16:creationId xmlns:a16="http://schemas.microsoft.com/office/drawing/2014/main" id="{1DD7E2F9-43D2-A731-11A0-5A28C0BF3AE9}"/>
              </a:ext>
            </a:extLst>
          </p:cNvPr>
          <p:cNvSpPr txBox="1"/>
          <p:nvPr/>
        </p:nvSpPr>
        <p:spPr>
          <a:xfrm>
            <a:off x="1351279" y="4521200"/>
            <a:ext cx="2743200"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u="sng">
                <a:solidFill>
                  <a:schemeClr val="bg1"/>
                </a:solidFill>
                <a:cs typeface="Segoe UI Light"/>
              </a:rPr>
              <a:t>Conducted:</a:t>
            </a:r>
            <a:endParaRPr lang="en-US" u="sng">
              <a:solidFill>
                <a:schemeClr val="bg1"/>
              </a:solidFill>
              <a:cs typeface="Segoe UI Light"/>
            </a:endParaRPr>
          </a:p>
          <a:p>
            <a:pPr marL="285750" indent="-285750">
              <a:buFont typeface="Courier New"/>
              <a:buChar char="o"/>
            </a:pPr>
            <a:r>
              <a:rPr lang="en-US">
                <a:solidFill>
                  <a:schemeClr val="bg1"/>
                </a:solidFill>
                <a:cs typeface="Segoe UI Light"/>
              </a:rPr>
              <a:t>Descriptive statistics</a:t>
            </a:r>
          </a:p>
          <a:p>
            <a:pPr marL="285750" indent="-285750">
              <a:buFont typeface="Courier New"/>
              <a:buChar char="o"/>
            </a:pPr>
            <a:r>
              <a:rPr lang="en-US">
                <a:solidFill>
                  <a:schemeClr val="bg1"/>
                </a:solidFill>
                <a:cs typeface="Segoe UI Light"/>
              </a:rPr>
              <a:t>Scatterplot analysis</a:t>
            </a:r>
          </a:p>
          <a:p>
            <a:pPr marL="285750" indent="-285750">
              <a:buFont typeface="Courier New"/>
              <a:buChar char="o"/>
            </a:pPr>
            <a:r>
              <a:rPr lang="en-US">
                <a:solidFill>
                  <a:schemeClr val="bg1"/>
                </a:solidFill>
                <a:cs typeface="Segoe UI Light"/>
              </a:rPr>
              <a:t>Regression trend line</a:t>
            </a:r>
          </a:p>
          <a:p>
            <a:pPr marL="285750" indent="-285750">
              <a:buFont typeface="Courier New"/>
              <a:buChar char="o"/>
            </a:pPr>
            <a:r>
              <a:rPr lang="en-US">
                <a:solidFill>
                  <a:schemeClr val="bg1"/>
                </a:solidFill>
                <a:cs typeface="Segoe UI Light"/>
              </a:rPr>
              <a:t>Correlation calculation</a:t>
            </a:r>
            <a:endParaRPr lang="en-US">
              <a:cs typeface="Segoe UI Light"/>
            </a:endParaRPr>
          </a:p>
        </p:txBody>
      </p:sp>
      <p:sp>
        <p:nvSpPr>
          <p:cNvPr id="7" name="TextBox 6">
            <a:extLst>
              <a:ext uri="{FF2B5EF4-FFF2-40B4-BE49-F238E27FC236}">
                <a16:creationId xmlns:a16="http://schemas.microsoft.com/office/drawing/2014/main" id="{F39CF5BF-6047-FCEE-409F-31B1CF00A5DD}"/>
              </a:ext>
            </a:extLst>
          </p:cNvPr>
          <p:cNvSpPr txBox="1"/>
          <p:nvPr/>
        </p:nvSpPr>
        <p:spPr>
          <a:xfrm>
            <a:off x="5455920" y="4526280"/>
            <a:ext cx="2275840"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u="sng">
                <a:solidFill>
                  <a:schemeClr val="bg1"/>
                </a:solidFill>
              </a:rPr>
              <a:t>Tools Used:</a:t>
            </a:r>
            <a:endParaRPr lang="en-US" b="1" u="sng">
              <a:solidFill>
                <a:schemeClr val="bg1"/>
              </a:solidFill>
              <a:cs typeface="Segoe UI Light"/>
            </a:endParaRPr>
          </a:p>
          <a:p>
            <a:pPr marL="285750" indent="-285750">
              <a:buFont typeface="Courier New"/>
              <a:buChar char="o"/>
            </a:pPr>
            <a:r>
              <a:rPr lang="en-US">
                <a:solidFill>
                  <a:schemeClr val="bg1"/>
                </a:solidFill>
              </a:rPr>
              <a:t>Google Colab </a:t>
            </a:r>
            <a:endParaRPr lang="en-US">
              <a:solidFill>
                <a:schemeClr val="bg1"/>
              </a:solidFill>
              <a:cs typeface="Segoe UI Light"/>
            </a:endParaRPr>
          </a:p>
          <a:p>
            <a:pPr marL="285750" indent="-285750">
              <a:buFont typeface="Courier New"/>
              <a:buChar char="o"/>
            </a:pPr>
            <a:r>
              <a:rPr lang="en-US">
                <a:solidFill>
                  <a:schemeClr val="bg1"/>
                </a:solidFill>
              </a:rPr>
              <a:t>Python</a:t>
            </a:r>
            <a:endParaRPr lang="en-US">
              <a:solidFill>
                <a:schemeClr val="bg1"/>
              </a:solidFill>
              <a:cs typeface="Segoe UI Light"/>
            </a:endParaRPr>
          </a:p>
          <a:p>
            <a:pPr algn="ctr"/>
            <a:endParaRPr lang="en-US"/>
          </a:p>
        </p:txBody>
      </p:sp>
      <p:sp>
        <p:nvSpPr>
          <p:cNvPr id="8" name="TextBox 7">
            <a:extLst>
              <a:ext uri="{FF2B5EF4-FFF2-40B4-BE49-F238E27FC236}">
                <a16:creationId xmlns:a16="http://schemas.microsoft.com/office/drawing/2014/main" id="{D3944615-79EF-251E-1B20-6A73EAB13E8F}"/>
              </a:ext>
            </a:extLst>
          </p:cNvPr>
          <p:cNvSpPr txBox="1"/>
          <p:nvPr/>
        </p:nvSpPr>
        <p:spPr>
          <a:xfrm>
            <a:off x="904240" y="579120"/>
            <a:ext cx="6644640" cy="70788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4000" b="1">
                <a:solidFill>
                  <a:schemeClr val="bg1"/>
                </a:solidFill>
                <a:cs typeface="Segoe UI Light"/>
              </a:rPr>
              <a:t>Key Question &amp; Dataset</a:t>
            </a:r>
          </a:p>
        </p:txBody>
      </p:sp>
      <p:sp>
        <p:nvSpPr>
          <p:cNvPr id="10" name="TextBox 9">
            <a:extLst>
              <a:ext uri="{FF2B5EF4-FFF2-40B4-BE49-F238E27FC236}">
                <a16:creationId xmlns:a16="http://schemas.microsoft.com/office/drawing/2014/main" id="{AC067819-40DD-5E07-AE6C-47F0C7DA3F5D}"/>
              </a:ext>
            </a:extLst>
          </p:cNvPr>
          <p:cNvSpPr txBox="1"/>
          <p:nvPr/>
        </p:nvSpPr>
        <p:spPr>
          <a:xfrm>
            <a:off x="1351280" y="2509520"/>
            <a:ext cx="2743200"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u="sng">
                <a:solidFill>
                  <a:schemeClr val="bg1"/>
                </a:solidFill>
                <a:ea typeface="+mn-lt"/>
                <a:cs typeface="+mn-lt"/>
              </a:rPr>
              <a:t>Data fields used:</a:t>
            </a:r>
            <a:endParaRPr lang="en-US" u="sng">
              <a:solidFill>
                <a:schemeClr val="bg1"/>
              </a:solidFill>
              <a:cs typeface="Segoe UI Light"/>
            </a:endParaRPr>
          </a:p>
          <a:p>
            <a:pPr marL="285750" indent="-285750">
              <a:buFont typeface="Courier New"/>
              <a:buChar char="o"/>
            </a:pPr>
            <a:r>
              <a:rPr lang="en-US">
                <a:solidFill>
                  <a:schemeClr val="bg1"/>
                </a:solidFill>
                <a:cs typeface="Segoe UI Light"/>
              </a:rPr>
              <a:t>Pieces</a:t>
            </a:r>
          </a:p>
          <a:p>
            <a:pPr marL="285750" indent="-285750">
              <a:buFont typeface="Courier New"/>
              <a:buChar char="o"/>
            </a:pPr>
            <a:r>
              <a:rPr lang="en-US">
                <a:solidFill>
                  <a:schemeClr val="bg1"/>
                </a:solidFill>
                <a:cs typeface="Segoe UI Light"/>
              </a:rPr>
              <a:t>Price</a:t>
            </a:r>
          </a:p>
          <a:p>
            <a:pPr marL="285750" indent="-285750">
              <a:buFont typeface="Courier New"/>
              <a:buChar char="o"/>
            </a:pPr>
            <a:r>
              <a:rPr lang="en-US">
                <a:solidFill>
                  <a:schemeClr val="bg1"/>
                </a:solidFill>
                <a:cs typeface="Segoe UI Light"/>
              </a:rPr>
              <a:t>Theme</a:t>
            </a:r>
          </a:p>
          <a:p>
            <a:pPr marL="285750" indent="-285750" algn="l">
              <a:buFont typeface="Courier New"/>
              <a:buChar char="o"/>
            </a:pPr>
            <a:r>
              <a:rPr lang="en-US">
                <a:solidFill>
                  <a:schemeClr val="bg1"/>
                </a:solidFill>
                <a:cs typeface="Segoe UI Light"/>
              </a:rPr>
              <a:t>Size</a:t>
            </a:r>
          </a:p>
          <a:p>
            <a:pPr marL="285750" indent="-285750">
              <a:buFont typeface="Courier New"/>
              <a:buChar char="o"/>
            </a:pPr>
            <a:endParaRPr lang="en-US">
              <a:cs typeface="Segoe UI Light"/>
            </a:endParaRPr>
          </a:p>
          <a:p>
            <a:endParaRPr lang="en-US">
              <a:cs typeface="Segoe UI Light"/>
            </a:endParaRPr>
          </a:p>
        </p:txBody>
      </p:sp>
    </p:spTree>
    <p:extLst>
      <p:ext uri="{BB962C8B-B14F-4D97-AF65-F5344CB8AC3E}">
        <p14:creationId xmlns:p14="http://schemas.microsoft.com/office/powerpoint/2010/main" val="12104634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95DC482-F3AD-389C-70AB-D60DCAAA8EE3}"/>
              </a:ext>
            </a:extLst>
          </p:cNvPr>
          <p:cNvSpPr>
            <a:spLocks noGrp="1"/>
          </p:cNvSpPr>
          <p:nvPr>
            <p:ph type="sldNum" sz="quarter" idx="12"/>
          </p:nvPr>
        </p:nvSpPr>
        <p:spPr/>
        <p:txBody>
          <a:bodyPr/>
          <a:lstStyle/>
          <a:p>
            <a:fld id="{294A09A9-5501-47C1-A89A-A340965A2BE2}" type="slidenum">
              <a:rPr lang="en-US" smtClean="0"/>
              <a:t>21</a:t>
            </a:fld>
            <a:endParaRPr lang="en-US"/>
          </a:p>
        </p:txBody>
      </p:sp>
      <p:sp>
        <p:nvSpPr>
          <p:cNvPr id="4" name="TextBox 3">
            <a:extLst>
              <a:ext uri="{FF2B5EF4-FFF2-40B4-BE49-F238E27FC236}">
                <a16:creationId xmlns:a16="http://schemas.microsoft.com/office/drawing/2014/main" id="{4CFBC218-8276-4A4F-1833-77B1CE987853}"/>
              </a:ext>
            </a:extLst>
          </p:cNvPr>
          <p:cNvSpPr txBox="1"/>
          <p:nvPr/>
        </p:nvSpPr>
        <p:spPr>
          <a:xfrm>
            <a:off x="860626" y="924559"/>
            <a:ext cx="7928515" cy="615553"/>
          </a:xfrm>
          <a:prstGeom prst="rect">
            <a:avLst/>
          </a:prstGeom>
          <a:noFill/>
          <a:ln>
            <a:no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400" b="1">
                <a:solidFill>
                  <a:schemeClr val="bg1"/>
                </a:solidFill>
                <a:cs typeface="Segoe UI Light"/>
              </a:rPr>
              <a:t>FINDING: PIECES VS. PRICE PER PIECE</a:t>
            </a:r>
          </a:p>
        </p:txBody>
      </p:sp>
      <p:sp>
        <p:nvSpPr>
          <p:cNvPr id="7" name="TextBox 6">
            <a:extLst>
              <a:ext uri="{FF2B5EF4-FFF2-40B4-BE49-F238E27FC236}">
                <a16:creationId xmlns:a16="http://schemas.microsoft.com/office/drawing/2014/main" id="{15CD816C-7471-3CA9-72D2-2E8212304AFD}"/>
              </a:ext>
            </a:extLst>
          </p:cNvPr>
          <p:cNvSpPr txBox="1"/>
          <p:nvPr/>
        </p:nvSpPr>
        <p:spPr>
          <a:xfrm>
            <a:off x="854927" y="1988634"/>
            <a:ext cx="3884344" cy="378565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42900" indent="-342900">
              <a:buFont typeface="Courier New"/>
              <a:buChar char="o"/>
            </a:pPr>
            <a:r>
              <a:rPr lang="en-US" sz="2400">
                <a:solidFill>
                  <a:schemeClr val="bg1"/>
                </a:solidFill>
              </a:rPr>
              <a:t>Small sets cluster with </a:t>
            </a:r>
            <a:r>
              <a:rPr lang="en-US" sz="2400" b="1">
                <a:solidFill>
                  <a:schemeClr val="bg1"/>
                </a:solidFill>
              </a:rPr>
              <a:t>high price-per-piece</a:t>
            </a:r>
            <a:r>
              <a:rPr lang="en-US" sz="2400">
                <a:solidFill>
                  <a:schemeClr val="bg1"/>
                </a:solidFill>
              </a:rPr>
              <a:t>.</a:t>
            </a:r>
            <a:endParaRPr lang="en-US" sz="2400">
              <a:solidFill>
                <a:schemeClr val="bg1"/>
              </a:solidFill>
              <a:cs typeface="Segoe UI Light"/>
            </a:endParaRPr>
          </a:p>
          <a:p>
            <a:pPr marL="342900" indent="-342900">
              <a:buFont typeface="Courier New"/>
              <a:buChar char="o"/>
            </a:pPr>
            <a:endParaRPr lang="en-US" sz="2400">
              <a:solidFill>
                <a:schemeClr val="bg1"/>
              </a:solidFill>
            </a:endParaRPr>
          </a:p>
          <a:p>
            <a:pPr marL="342900" indent="-342900">
              <a:buFont typeface="Courier New"/>
              <a:buChar char="o"/>
            </a:pPr>
            <a:r>
              <a:rPr lang="en-US" sz="2400">
                <a:solidFill>
                  <a:schemeClr val="bg1"/>
                </a:solidFill>
              </a:rPr>
              <a:t>As piece count increases, price-per-piece drops.</a:t>
            </a:r>
            <a:endParaRPr lang="en-US" sz="2400">
              <a:solidFill>
                <a:schemeClr val="bg1"/>
              </a:solidFill>
              <a:cs typeface="Segoe UI Light"/>
            </a:endParaRPr>
          </a:p>
          <a:p>
            <a:pPr marL="342900" indent="-342900">
              <a:buFont typeface="Courier New"/>
              <a:buChar char="o"/>
            </a:pPr>
            <a:endParaRPr lang="en-US" sz="2400">
              <a:solidFill>
                <a:schemeClr val="bg1"/>
              </a:solidFill>
            </a:endParaRPr>
          </a:p>
          <a:p>
            <a:pPr marL="342900" indent="-342900">
              <a:buFont typeface="Courier New"/>
              <a:buChar char="o"/>
            </a:pPr>
            <a:r>
              <a:rPr lang="en-US" sz="2400">
                <a:solidFill>
                  <a:schemeClr val="bg1"/>
                </a:solidFill>
              </a:rPr>
              <a:t>Indicates a strong value difference between small and large sets.</a:t>
            </a:r>
            <a:endParaRPr lang="en-US" sz="2400">
              <a:solidFill>
                <a:schemeClr val="bg1"/>
              </a:solidFill>
              <a:cs typeface="Segoe UI Light"/>
            </a:endParaRPr>
          </a:p>
          <a:p>
            <a:pPr algn="ctr"/>
            <a:endParaRPr lang="en-US" sz="2400"/>
          </a:p>
        </p:txBody>
      </p:sp>
      <p:pic>
        <p:nvPicPr>
          <p:cNvPr id="2" name="Picture 1" descr="A graph of blue dots&#10;&#10;AI-generated content may be incorrect.">
            <a:extLst>
              <a:ext uri="{FF2B5EF4-FFF2-40B4-BE49-F238E27FC236}">
                <a16:creationId xmlns:a16="http://schemas.microsoft.com/office/drawing/2014/main" id="{41123AC6-1C45-1086-B786-FC30715AF1BE}"/>
              </a:ext>
            </a:extLst>
          </p:cNvPr>
          <p:cNvPicPr>
            <a:picLocks noChangeAspect="1"/>
          </p:cNvPicPr>
          <p:nvPr/>
        </p:nvPicPr>
        <p:blipFill>
          <a:blip r:embed="rId2"/>
          <a:stretch>
            <a:fillRect/>
          </a:stretch>
        </p:blipFill>
        <p:spPr>
          <a:xfrm>
            <a:off x="5048482" y="1868759"/>
            <a:ext cx="6648450" cy="3733800"/>
          </a:xfrm>
          <a:prstGeom prst="rect">
            <a:avLst/>
          </a:prstGeom>
        </p:spPr>
      </p:pic>
    </p:spTree>
    <p:extLst>
      <p:ext uri="{BB962C8B-B14F-4D97-AF65-F5344CB8AC3E}">
        <p14:creationId xmlns:p14="http://schemas.microsoft.com/office/powerpoint/2010/main" val="29768327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8DDFB6F1-0846-746D-302B-39BFFF5B9733}"/>
              </a:ext>
            </a:extLst>
          </p:cNvPr>
          <p:cNvSpPr>
            <a:spLocks noGrp="1"/>
          </p:cNvSpPr>
          <p:nvPr>
            <p:ph type="sldNum" sz="quarter" idx="12"/>
          </p:nvPr>
        </p:nvSpPr>
        <p:spPr/>
        <p:txBody>
          <a:bodyPr/>
          <a:lstStyle/>
          <a:p>
            <a:fld id="{294A09A9-5501-47C1-A89A-A340965A2BE2}" type="slidenum">
              <a:rPr lang="en-US" smtClean="0"/>
              <a:t>22</a:t>
            </a:fld>
            <a:endParaRPr lang="en-US"/>
          </a:p>
        </p:txBody>
      </p:sp>
      <p:sp>
        <p:nvSpPr>
          <p:cNvPr id="5" name="TextBox 4">
            <a:extLst>
              <a:ext uri="{FF2B5EF4-FFF2-40B4-BE49-F238E27FC236}">
                <a16:creationId xmlns:a16="http://schemas.microsoft.com/office/drawing/2014/main" id="{303868E1-EBD8-05E6-4C43-391391CE99B2}"/>
              </a:ext>
            </a:extLst>
          </p:cNvPr>
          <p:cNvSpPr txBox="1"/>
          <p:nvPr/>
        </p:nvSpPr>
        <p:spPr>
          <a:xfrm>
            <a:off x="860626" y="924559"/>
            <a:ext cx="10326027" cy="615553"/>
          </a:xfrm>
          <a:prstGeom prst="rect">
            <a:avLst/>
          </a:prstGeom>
          <a:noFill/>
          <a:ln>
            <a:no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400" b="1">
                <a:solidFill>
                  <a:schemeClr val="bg1"/>
                </a:solidFill>
                <a:cs typeface="Segoe UI Light"/>
              </a:rPr>
              <a:t>FINDING: MORE PIECES -&gt; LOWER PRICE PER PIECE</a:t>
            </a:r>
          </a:p>
        </p:txBody>
      </p:sp>
      <p:pic>
        <p:nvPicPr>
          <p:cNvPr id="7" name="Picture 6" descr="A graph of blue dots&#10;&#10;AI-generated content may be incorrect.">
            <a:extLst>
              <a:ext uri="{FF2B5EF4-FFF2-40B4-BE49-F238E27FC236}">
                <a16:creationId xmlns:a16="http://schemas.microsoft.com/office/drawing/2014/main" id="{B8A9F02E-EBB7-92A9-3D04-E6FA67703913}"/>
              </a:ext>
            </a:extLst>
          </p:cNvPr>
          <p:cNvPicPr>
            <a:picLocks noChangeAspect="1"/>
          </p:cNvPicPr>
          <p:nvPr/>
        </p:nvPicPr>
        <p:blipFill>
          <a:blip r:embed="rId2"/>
          <a:stretch>
            <a:fillRect/>
          </a:stretch>
        </p:blipFill>
        <p:spPr>
          <a:xfrm>
            <a:off x="5257684" y="1925212"/>
            <a:ext cx="6638925" cy="3676650"/>
          </a:xfrm>
          <a:prstGeom prst="rect">
            <a:avLst/>
          </a:prstGeom>
        </p:spPr>
      </p:pic>
      <p:sp>
        <p:nvSpPr>
          <p:cNvPr id="8" name="TextBox 7">
            <a:extLst>
              <a:ext uri="{FF2B5EF4-FFF2-40B4-BE49-F238E27FC236}">
                <a16:creationId xmlns:a16="http://schemas.microsoft.com/office/drawing/2014/main" id="{7276AB16-FBA9-7EC6-09CD-DC674FE279D3}"/>
              </a:ext>
            </a:extLst>
          </p:cNvPr>
          <p:cNvSpPr txBox="1"/>
          <p:nvPr/>
        </p:nvSpPr>
        <p:spPr>
          <a:xfrm>
            <a:off x="1025540" y="1922470"/>
            <a:ext cx="3533078" cy="415498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42900" indent="-342900">
              <a:buFont typeface="Courier New"/>
              <a:buChar char="o"/>
            </a:pPr>
            <a:r>
              <a:rPr lang="en-US" sz="2400">
                <a:solidFill>
                  <a:schemeClr val="bg1"/>
                </a:solidFill>
                <a:ea typeface="+mn-lt"/>
                <a:cs typeface="+mn-lt"/>
              </a:rPr>
              <a:t>Clear </a:t>
            </a:r>
            <a:r>
              <a:rPr lang="en-US" sz="2400" b="1">
                <a:solidFill>
                  <a:schemeClr val="bg1"/>
                </a:solidFill>
                <a:ea typeface="+mn-lt"/>
                <a:cs typeface="+mn-lt"/>
              </a:rPr>
              <a:t>negative slope</a:t>
            </a:r>
            <a:r>
              <a:rPr lang="en-US" sz="2400">
                <a:solidFill>
                  <a:schemeClr val="bg1"/>
                </a:solidFill>
                <a:ea typeface="+mn-lt"/>
                <a:cs typeface="+mn-lt"/>
              </a:rPr>
              <a:t> confirms a downward trend.</a:t>
            </a:r>
          </a:p>
          <a:p>
            <a:pPr marL="342900" indent="-342900">
              <a:buFont typeface="Courier New"/>
              <a:buChar char="o"/>
            </a:pPr>
            <a:endParaRPr lang="en-US" sz="2400">
              <a:solidFill>
                <a:schemeClr val="bg1"/>
              </a:solidFill>
              <a:ea typeface="+mn-lt"/>
              <a:cs typeface="+mn-lt"/>
            </a:endParaRPr>
          </a:p>
          <a:p>
            <a:pPr marL="342900" indent="-342900">
              <a:buFont typeface="Courier New"/>
              <a:buChar char="o"/>
            </a:pPr>
            <a:r>
              <a:rPr lang="en-US" sz="2400">
                <a:solidFill>
                  <a:schemeClr val="bg1"/>
                </a:solidFill>
                <a:ea typeface="+mn-lt"/>
                <a:cs typeface="+mn-lt"/>
              </a:rPr>
              <a:t>Higher piece counts consistently correlate with better value.</a:t>
            </a:r>
            <a:endParaRPr lang="en-US" sz="2400">
              <a:solidFill>
                <a:schemeClr val="bg1"/>
              </a:solidFill>
              <a:cs typeface="Segoe UI Light"/>
            </a:endParaRPr>
          </a:p>
          <a:p>
            <a:pPr marL="285750" indent="-285750">
              <a:buFont typeface="Courier New"/>
              <a:buChar char="o"/>
            </a:pPr>
            <a:endParaRPr lang="en-US" sz="2400">
              <a:solidFill>
                <a:schemeClr val="bg1"/>
              </a:solidFill>
              <a:ea typeface="+mn-lt"/>
              <a:cs typeface="+mn-lt"/>
            </a:endParaRPr>
          </a:p>
          <a:p>
            <a:pPr marL="285750" indent="-285750">
              <a:buFont typeface="Courier New"/>
              <a:buChar char="o"/>
            </a:pPr>
            <a:r>
              <a:rPr lang="en-US" sz="2400">
                <a:solidFill>
                  <a:schemeClr val="bg1"/>
                </a:solidFill>
                <a:ea typeface="+mn-lt"/>
                <a:cs typeface="+mn-lt"/>
              </a:rPr>
              <a:t>Confirms evidence of </a:t>
            </a:r>
            <a:r>
              <a:rPr lang="en-US" sz="2400" b="1">
                <a:solidFill>
                  <a:schemeClr val="bg1"/>
                </a:solidFill>
                <a:ea typeface="+mn-lt"/>
                <a:cs typeface="+mn-lt"/>
              </a:rPr>
              <a:t>economies of scale</a:t>
            </a:r>
            <a:r>
              <a:rPr lang="en-US" sz="2400">
                <a:solidFill>
                  <a:schemeClr val="bg1"/>
                </a:solidFill>
                <a:ea typeface="+mn-lt"/>
                <a:cs typeface="+mn-lt"/>
              </a:rPr>
              <a:t>.</a:t>
            </a:r>
            <a:endParaRPr lang="en-US" sz="2400">
              <a:solidFill>
                <a:schemeClr val="bg1"/>
              </a:solidFill>
              <a:cs typeface="Segoe UI Light"/>
            </a:endParaRPr>
          </a:p>
          <a:p>
            <a:pPr algn="l"/>
            <a:endParaRPr lang="en-US" sz="2400">
              <a:cs typeface="Segoe UI Light"/>
            </a:endParaRPr>
          </a:p>
        </p:txBody>
      </p:sp>
    </p:spTree>
    <p:extLst>
      <p:ext uri="{BB962C8B-B14F-4D97-AF65-F5344CB8AC3E}">
        <p14:creationId xmlns:p14="http://schemas.microsoft.com/office/powerpoint/2010/main" val="40483872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FCEE4E7-85E1-3F5F-AA06-1B5C9BF74B48}"/>
              </a:ext>
            </a:extLst>
          </p:cNvPr>
          <p:cNvSpPr>
            <a:spLocks noGrp="1"/>
          </p:cNvSpPr>
          <p:nvPr>
            <p:ph type="sldNum" sz="quarter" idx="12"/>
          </p:nvPr>
        </p:nvSpPr>
        <p:spPr/>
        <p:txBody>
          <a:bodyPr/>
          <a:lstStyle/>
          <a:p>
            <a:fld id="{294A09A9-5501-47C1-A89A-A340965A2BE2}" type="slidenum">
              <a:rPr lang="en-US" smtClean="0"/>
              <a:t>23</a:t>
            </a:fld>
            <a:endParaRPr lang="en-US"/>
          </a:p>
        </p:txBody>
      </p:sp>
      <p:pic>
        <p:nvPicPr>
          <p:cNvPr id="4" name="Picture 3" descr="A graph showing the number of pieces&#10;&#10;AI-generated content may be incorrect.">
            <a:extLst>
              <a:ext uri="{FF2B5EF4-FFF2-40B4-BE49-F238E27FC236}">
                <a16:creationId xmlns:a16="http://schemas.microsoft.com/office/drawing/2014/main" id="{50C9840A-8E81-3EA2-55CD-B28F705B5BD4}"/>
              </a:ext>
            </a:extLst>
          </p:cNvPr>
          <p:cNvPicPr>
            <a:picLocks noChangeAspect="1"/>
          </p:cNvPicPr>
          <p:nvPr/>
        </p:nvPicPr>
        <p:blipFill>
          <a:blip r:embed="rId2"/>
          <a:stretch>
            <a:fillRect/>
          </a:stretch>
        </p:blipFill>
        <p:spPr>
          <a:xfrm>
            <a:off x="962606" y="566271"/>
            <a:ext cx="6066498" cy="3485919"/>
          </a:xfrm>
          <a:prstGeom prst="rect">
            <a:avLst/>
          </a:prstGeom>
        </p:spPr>
      </p:pic>
      <p:sp>
        <p:nvSpPr>
          <p:cNvPr id="5" name="TextBox 4">
            <a:extLst>
              <a:ext uri="{FF2B5EF4-FFF2-40B4-BE49-F238E27FC236}">
                <a16:creationId xmlns:a16="http://schemas.microsoft.com/office/drawing/2014/main" id="{64B40A96-5DDF-5D96-7D5E-ED0574AB9B38}"/>
              </a:ext>
            </a:extLst>
          </p:cNvPr>
          <p:cNvSpPr txBox="1"/>
          <p:nvPr/>
        </p:nvSpPr>
        <p:spPr>
          <a:xfrm>
            <a:off x="855671" y="4377597"/>
            <a:ext cx="5949176" cy="132343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a:solidFill>
                  <a:schemeClr val="bg1"/>
                </a:solidFill>
                <a:ea typeface="+mn-lt"/>
                <a:cs typeface="+mn-lt"/>
              </a:rPr>
              <a:t>This line plot shows the average price per piece for sets falling into different piece count ranges. The general downward trend indicates that, on average, sets with more pieces tend to have a lower price per piece, confirming the observation from the scatter plot and summary statistics</a:t>
            </a:r>
            <a:endParaRPr lang="en-US" sz="1600">
              <a:solidFill>
                <a:schemeClr val="bg1"/>
              </a:solidFill>
            </a:endParaRPr>
          </a:p>
        </p:txBody>
      </p:sp>
      <p:sp>
        <p:nvSpPr>
          <p:cNvPr id="2" name="TextBox 1">
            <a:extLst>
              <a:ext uri="{FF2B5EF4-FFF2-40B4-BE49-F238E27FC236}">
                <a16:creationId xmlns:a16="http://schemas.microsoft.com/office/drawing/2014/main" id="{2C7FC40D-C994-6E88-4564-EB5E82AB4DDF}"/>
              </a:ext>
            </a:extLst>
          </p:cNvPr>
          <p:cNvSpPr txBox="1"/>
          <p:nvPr/>
        </p:nvSpPr>
        <p:spPr>
          <a:xfrm>
            <a:off x="7273817" y="567472"/>
            <a:ext cx="4267199" cy="473975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i="1">
                <a:solidFill>
                  <a:schemeClr val="bg1"/>
                </a:solidFill>
                <a:cs typeface="Segoe UI Light"/>
              </a:rPr>
              <a:t>Recommendation for LEGO:</a:t>
            </a:r>
          </a:p>
          <a:p>
            <a:endParaRPr lang="en-US" b="1" i="1">
              <a:solidFill>
                <a:schemeClr val="bg1"/>
              </a:solidFill>
              <a:cs typeface="Segoe UI Light"/>
            </a:endParaRPr>
          </a:p>
          <a:p>
            <a:r>
              <a:rPr lang="en-US">
                <a:solidFill>
                  <a:schemeClr val="bg1"/>
                </a:solidFill>
                <a:cs typeface="Segoe UI Light"/>
              </a:rPr>
              <a:t>Leverage “Value-per-Piece” Pricing to Increase Profitability</a:t>
            </a:r>
            <a:endParaRPr lang="en-US">
              <a:solidFill>
                <a:schemeClr val="bg1"/>
              </a:solidFill>
            </a:endParaRPr>
          </a:p>
          <a:p>
            <a:endParaRPr lang="en-US">
              <a:solidFill>
                <a:schemeClr val="bg1"/>
              </a:solidFill>
              <a:cs typeface="Segoe UI Light"/>
            </a:endParaRPr>
          </a:p>
          <a:p>
            <a:pPr marL="285750" indent="-285750">
              <a:buFont typeface="Courier New"/>
              <a:buChar char="o"/>
            </a:pPr>
            <a:r>
              <a:rPr lang="en-US" sz="1600">
                <a:solidFill>
                  <a:schemeClr val="bg1"/>
                </a:solidFill>
                <a:cs typeface="Segoe UI Light"/>
              </a:rPr>
              <a:t>Promote larger sets as better value to drive higher-margin purchases</a:t>
            </a:r>
          </a:p>
          <a:p>
            <a:pPr marL="285750" indent="-285750">
              <a:buFont typeface="Courier New"/>
              <a:buChar char="o"/>
            </a:pPr>
            <a:endParaRPr lang="en-US" sz="1600">
              <a:solidFill>
                <a:schemeClr val="bg1"/>
              </a:solidFill>
              <a:cs typeface="Segoe UI Light"/>
            </a:endParaRPr>
          </a:p>
          <a:p>
            <a:pPr marL="285750" indent="-285750">
              <a:buFont typeface="Courier New"/>
              <a:buChar char="o"/>
            </a:pPr>
            <a:r>
              <a:rPr lang="en-US" sz="1600">
                <a:solidFill>
                  <a:schemeClr val="bg1"/>
                </a:solidFill>
                <a:cs typeface="Segoe UI Light"/>
              </a:rPr>
              <a:t>Reevaluate pricing of small sets where price-per-piece is disproportionately high</a:t>
            </a:r>
          </a:p>
          <a:p>
            <a:pPr marL="285750" indent="-285750">
              <a:buFont typeface="Courier New"/>
              <a:buChar char="o"/>
            </a:pPr>
            <a:endParaRPr lang="en-US" sz="1600">
              <a:solidFill>
                <a:schemeClr val="bg1"/>
              </a:solidFill>
              <a:cs typeface="Segoe UI Light"/>
            </a:endParaRPr>
          </a:p>
          <a:p>
            <a:pPr marL="285750" indent="-285750">
              <a:buFont typeface="Courier New"/>
              <a:buChar char="o"/>
            </a:pPr>
            <a:r>
              <a:rPr lang="en-US" sz="1600">
                <a:solidFill>
                  <a:schemeClr val="bg1"/>
                </a:solidFill>
                <a:cs typeface="Segoe UI Light"/>
              </a:rPr>
              <a:t>Offer bundle packs to improve value perception on small/medium sets</a:t>
            </a:r>
            <a:endParaRPr lang="en-US">
              <a:solidFill>
                <a:schemeClr val="bg1"/>
              </a:solidFill>
              <a:cs typeface="Segoe UI Light"/>
            </a:endParaRPr>
          </a:p>
          <a:p>
            <a:endParaRPr lang="en-US" sz="1600">
              <a:solidFill>
                <a:schemeClr val="bg1"/>
              </a:solidFill>
              <a:cs typeface="Segoe UI Light"/>
            </a:endParaRPr>
          </a:p>
          <a:p>
            <a:pPr marL="285750" indent="-285750">
              <a:buFont typeface="Courier New"/>
              <a:buChar char="o"/>
            </a:pPr>
            <a:r>
              <a:rPr lang="en-US" sz="1600">
                <a:solidFill>
                  <a:schemeClr val="bg1"/>
                </a:solidFill>
                <a:cs typeface="Segoe UI Light"/>
              </a:rPr>
              <a:t>Highlight “cost per piece” value messaging on Amazon listings</a:t>
            </a:r>
          </a:p>
          <a:p>
            <a:pPr marL="285750" indent="-285750">
              <a:buFont typeface="Courier New"/>
              <a:buChar char="o"/>
            </a:pPr>
            <a:endParaRPr lang="en-US">
              <a:solidFill>
                <a:schemeClr val="bg1"/>
              </a:solidFill>
              <a:cs typeface="Segoe UI Light"/>
            </a:endParaRPr>
          </a:p>
          <a:p>
            <a:pPr marL="285750" indent="-285750">
              <a:buFont typeface="Courier New"/>
              <a:buChar char="o"/>
            </a:pPr>
            <a:endParaRPr lang="en-US">
              <a:solidFill>
                <a:schemeClr val="bg1"/>
              </a:solidFill>
              <a:cs typeface="Segoe UI Light"/>
            </a:endParaRPr>
          </a:p>
        </p:txBody>
      </p:sp>
    </p:spTree>
    <p:extLst>
      <p:ext uri="{BB962C8B-B14F-4D97-AF65-F5344CB8AC3E}">
        <p14:creationId xmlns:p14="http://schemas.microsoft.com/office/powerpoint/2010/main" val="331577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519855-42AE-342D-3F9D-857D626356F9}"/>
              </a:ext>
            </a:extLst>
          </p:cNvPr>
          <p:cNvSpPr>
            <a:spLocks noGrp="1"/>
          </p:cNvSpPr>
          <p:nvPr>
            <p:ph type="title"/>
          </p:nvPr>
        </p:nvSpPr>
        <p:spPr>
          <a:xfrm>
            <a:off x="1534293" y="822960"/>
            <a:ext cx="9408910" cy="1069848"/>
          </a:xfrm>
        </p:spPr>
        <p:txBody>
          <a:bodyPr anchor="b">
            <a:normAutofit fontScale="90000"/>
          </a:bodyPr>
          <a:lstStyle/>
          <a:p>
            <a:r>
              <a:rPr lang="en-US" sz="4800"/>
              <a:t>LEGO Set Size Analysis: </a:t>
            </a:r>
            <a:br>
              <a:rPr lang="en-US" sz="4800"/>
            </a:br>
            <a:r>
              <a:rPr lang="en-US" sz="4800"/>
              <a:t>Small vs. Medium vs. Large</a:t>
            </a:r>
          </a:p>
        </p:txBody>
      </p:sp>
      <p:sp>
        <p:nvSpPr>
          <p:cNvPr id="3" name="Subtitle 2">
            <a:extLst>
              <a:ext uri="{FF2B5EF4-FFF2-40B4-BE49-F238E27FC236}">
                <a16:creationId xmlns:a16="http://schemas.microsoft.com/office/drawing/2014/main" id="{1EB544F4-974A-4D8B-CAFF-4DCB43C7CE8E}"/>
              </a:ext>
            </a:extLst>
          </p:cNvPr>
          <p:cNvSpPr>
            <a:spLocks noGrp="1"/>
          </p:cNvSpPr>
          <p:nvPr>
            <p:ph type="body" idx="1"/>
          </p:nvPr>
        </p:nvSpPr>
        <p:spPr>
          <a:xfrm>
            <a:off x="1536192" y="2185416"/>
            <a:ext cx="9391859" cy="537949"/>
          </a:xfrm>
        </p:spPr>
        <p:txBody>
          <a:bodyPr vert="horz" lIns="91440" tIns="45720" rIns="91440" bIns="45720" rtlCol="0" anchor="t">
            <a:normAutofit/>
          </a:bodyPr>
          <a:lstStyle/>
          <a:p>
            <a:r>
              <a:rPr lang="en-US" sz="2000">
                <a:cs typeface="Segoe UI"/>
              </a:rPr>
              <a:t>How Size Impacts Piece Count, Price, and Value</a:t>
            </a:r>
          </a:p>
        </p:txBody>
      </p:sp>
      <p:pic>
        <p:nvPicPr>
          <p:cNvPr id="4" name="Picture 3" descr="LEGO® City F1® Driver with McLaren Race Car Mini Vehicle Toy Playset ...">
            <a:extLst>
              <a:ext uri="{FF2B5EF4-FFF2-40B4-BE49-F238E27FC236}">
                <a16:creationId xmlns:a16="http://schemas.microsoft.com/office/drawing/2014/main" id="{659624F1-FE7A-55AD-1805-4F67616EAF30}"/>
              </a:ext>
            </a:extLst>
          </p:cNvPr>
          <p:cNvPicPr>
            <a:picLocks noChangeAspect="1"/>
          </p:cNvPicPr>
          <p:nvPr/>
        </p:nvPicPr>
        <p:blipFill>
          <a:blip r:embed="rId2"/>
          <a:srcRect t="6347" b="6347"/>
          <a:stretch>
            <a:fillRect/>
          </a:stretch>
        </p:blipFill>
        <p:spPr>
          <a:xfrm>
            <a:off x="1536192" y="2743200"/>
            <a:ext cx="2953512" cy="2578608"/>
          </a:xfrm>
          <a:prstGeom prst="rect">
            <a:avLst/>
          </a:prstGeom>
          <a:noFill/>
        </p:spPr>
      </p:pic>
      <p:pic>
        <p:nvPicPr>
          <p:cNvPr id="5" name="Picture 4" descr="KIDZY TOY: LEGO Classic Medium Creative Brick Box 10696: Unleash Your ...">
            <a:extLst>
              <a:ext uri="{FF2B5EF4-FFF2-40B4-BE49-F238E27FC236}">
                <a16:creationId xmlns:a16="http://schemas.microsoft.com/office/drawing/2014/main" id="{ECF39FB9-5FFA-7F2E-9CF6-DD0471A4BE7C}"/>
              </a:ext>
            </a:extLst>
          </p:cNvPr>
          <p:cNvPicPr>
            <a:picLocks noChangeAspect="1"/>
          </p:cNvPicPr>
          <p:nvPr/>
        </p:nvPicPr>
        <p:blipFill>
          <a:blip r:embed="rId3"/>
          <a:srcRect t="6347" b="6347"/>
          <a:stretch>
            <a:fillRect/>
          </a:stretch>
        </p:blipFill>
        <p:spPr>
          <a:xfrm>
            <a:off x="4754880" y="2743200"/>
            <a:ext cx="2953512" cy="2578608"/>
          </a:xfrm>
          <a:prstGeom prst="rect">
            <a:avLst/>
          </a:prstGeom>
          <a:noFill/>
        </p:spPr>
      </p:pic>
      <p:sp>
        <p:nvSpPr>
          <p:cNvPr id="13" name="Slide Number Placeholder 6">
            <a:extLst>
              <a:ext uri="{FF2B5EF4-FFF2-40B4-BE49-F238E27FC236}">
                <a16:creationId xmlns:a16="http://schemas.microsoft.com/office/drawing/2014/main" id="{987956F0-9A07-13C6-2452-DB1421D2A7BC}"/>
              </a:ext>
            </a:extLst>
          </p:cNvPr>
          <p:cNvSpPr>
            <a:spLocks noGrp="1"/>
          </p:cNvSpPr>
          <p:nvPr>
            <p:ph type="sldNum" sz="quarter" idx="12"/>
          </p:nvPr>
        </p:nvSpPr>
        <p:spPr>
          <a:xfrm>
            <a:off x="329184" y="411480"/>
            <a:ext cx="521208" cy="310896"/>
          </a:xfrm>
        </p:spPr>
        <p:txBody>
          <a:bodyPr/>
          <a:lstStyle/>
          <a:p>
            <a:pPr>
              <a:spcAft>
                <a:spcPts val="600"/>
              </a:spcAft>
            </a:pPr>
            <a:fld id="{294A09A9-5501-47C1-A89A-A340965A2BE2}" type="slidenum">
              <a:rPr lang="en-US" smtClean="0"/>
              <a:pPr>
                <a:spcAft>
                  <a:spcPts val="600"/>
                </a:spcAft>
              </a:pPr>
              <a:t>24</a:t>
            </a:fld>
            <a:endParaRPr lang="en-US"/>
          </a:p>
        </p:txBody>
      </p:sp>
      <p:pic>
        <p:nvPicPr>
          <p:cNvPr id="6" name="Picture 5" descr="LEGO The Disney Castle (71040) New Sealed Box | eBay">
            <a:extLst>
              <a:ext uri="{FF2B5EF4-FFF2-40B4-BE49-F238E27FC236}">
                <a16:creationId xmlns:a16="http://schemas.microsoft.com/office/drawing/2014/main" id="{DF4F4D9A-9B71-3A5F-1DD6-B06DE09A9146}"/>
              </a:ext>
            </a:extLst>
          </p:cNvPr>
          <p:cNvPicPr>
            <a:picLocks noChangeAspect="1"/>
          </p:cNvPicPr>
          <p:nvPr/>
        </p:nvPicPr>
        <p:blipFill>
          <a:blip r:embed="rId4"/>
          <a:srcRect t="11640" b="11640"/>
          <a:stretch>
            <a:fillRect/>
          </a:stretch>
        </p:blipFill>
        <p:spPr>
          <a:xfrm>
            <a:off x="7973568" y="2743200"/>
            <a:ext cx="2953512" cy="2578608"/>
          </a:xfrm>
          <a:prstGeom prst="rect">
            <a:avLst/>
          </a:prstGeom>
          <a:noFill/>
        </p:spPr>
      </p:pic>
    </p:spTree>
    <p:extLst>
      <p:ext uri="{BB962C8B-B14F-4D97-AF65-F5344CB8AC3E}">
        <p14:creationId xmlns:p14="http://schemas.microsoft.com/office/powerpoint/2010/main" val="62241515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2F231-A004-69B8-1A8A-72B6D044A288}"/>
              </a:ext>
            </a:extLst>
          </p:cNvPr>
          <p:cNvSpPr>
            <a:spLocks noGrp="1"/>
          </p:cNvSpPr>
          <p:nvPr>
            <p:ph type="title"/>
          </p:nvPr>
        </p:nvSpPr>
        <p:spPr/>
        <p:txBody>
          <a:bodyPr/>
          <a:lstStyle/>
          <a:p>
            <a:pPr algn="ctr"/>
            <a:r>
              <a:rPr lang="en-US"/>
              <a:t>Question &amp; Methodology</a:t>
            </a:r>
            <a:endParaRPr lang="en-US" b="0">
              <a:solidFill>
                <a:srgbClr val="000000"/>
              </a:solidFill>
            </a:endParaRPr>
          </a:p>
        </p:txBody>
      </p:sp>
      <p:sp>
        <p:nvSpPr>
          <p:cNvPr id="3" name="Text Placeholder 2">
            <a:extLst>
              <a:ext uri="{FF2B5EF4-FFF2-40B4-BE49-F238E27FC236}">
                <a16:creationId xmlns:a16="http://schemas.microsoft.com/office/drawing/2014/main" id="{48FCD09B-676D-C0E8-80C3-B45949A2DDD6}"/>
              </a:ext>
            </a:extLst>
          </p:cNvPr>
          <p:cNvSpPr>
            <a:spLocks noGrp="1"/>
          </p:cNvSpPr>
          <p:nvPr>
            <p:ph type="body" idx="1"/>
          </p:nvPr>
        </p:nvSpPr>
        <p:spPr>
          <a:xfrm>
            <a:off x="1547915" y="2185416"/>
            <a:ext cx="2953512" cy="1384729"/>
          </a:xfrm>
        </p:spPr>
        <p:txBody>
          <a:bodyPr/>
          <a:lstStyle/>
          <a:p>
            <a:r>
              <a:rPr lang="en-US">
                <a:ea typeface="+mj-lt"/>
                <a:cs typeface="+mj-lt"/>
              </a:rPr>
              <a:t>Core Question: How do Small/ Medium/ Large LEGO sets differ in:</a:t>
            </a:r>
            <a:endParaRPr lang="en-US"/>
          </a:p>
          <a:p>
            <a:endParaRPr lang="en-US">
              <a:ea typeface="+mj-lt"/>
              <a:cs typeface="+mj-lt"/>
            </a:endParaRPr>
          </a:p>
        </p:txBody>
      </p:sp>
      <p:sp>
        <p:nvSpPr>
          <p:cNvPr id="4" name="Content Placeholder 3">
            <a:extLst>
              <a:ext uri="{FF2B5EF4-FFF2-40B4-BE49-F238E27FC236}">
                <a16:creationId xmlns:a16="http://schemas.microsoft.com/office/drawing/2014/main" id="{E1D3F062-8E79-21F8-B824-377A9FDF0F6D}"/>
              </a:ext>
            </a:extLst>
          </p:cNvPr>
          <p:cNvSpPr>
            <a:spLocks noGrp="1"/>
          </p:cNvSpPr>
          <p:nvPr>
            <p:ph sz="half" idx="2"/>
          </p:nvPr>
        </p:nvSpPr>
        <p:spPr>
          <a:xfrm>
            <a:off x="1536192" y="3751385"/>
            <a:ext cx="2953512" cy="2578608"/>
          </a:xfrm>
        </p:spPr>
        <p:txBody>
          <a:bodyPr vert="horz" lIns="91440" tIns="45720" rIns="91440" bIns="45720" rtlCol="0" anchor="t">
            <a:noAutofit/>
          </a:bodyPr>
          <a:lstStyle/>
          <a:p>
            <a:pPr marL="347345" indent="-347345"/>
            <a:r>
              <a:rPr lang="en-US" b="1">
                <a:ea typeface="+mn-lt"/>
                <a:cs typeface="+mn-lt"/>
              </a:rPr>
              <a:t>Total piece count</a:t>
            </a:r>
          </a:p>
          <a:p>
            <a:pPr marL="347345" indent="-347345"/>
            <a:r>
              <a:rPr lang="en-US" b="1">
                <a:ea typeface="+mn-lt"/>
                <a:cs typeface="+mn-lt"/>
              </a:rPr>
              <a:t>Total price</a:t>
            </a:r>
          </a:p>
          <a:p>
            <a:pPr marL="347345" indent="-347345"/>
            <a:r>
              <a:rPr lang="en-US" b="1">
                <a:ea typeface="+mn-lt"/>
                <a:cs typeface="+mn-lt"/>
              </a:rPr>
              <a:t>Price per piece (value)</a:t>
            </a:r>
          </a:p>
        </p:txBody>
      </p:sp>
      <p:sp>
        <p:nvSpPr>
          <p:cNvPr id="5" name="Text Placeholder 4">
            <a:extLst>
              <a:ext uri="{FF2B5EF4-FFF2-40B4-BE49-F238E27FC236}">
                <a16:creationId xmlns:a16="http://schemas.microsoft.com/office/drawing/2014/main" id="{ED73A0C4-0434-ACBF-752A-C47854796ABD}"/>
              </a:ext>
            </a:extLst>
          </p:cNvPr>
          <p:cNvSpPr>
            <a:spLocks noGrp="1"/>
          </p:cNvSpPr>
          <p:nvPr>
            <p:ph type="body" sz="quarter" idx="3"/>
          </p:nvPr>
        </p:nvSpPr>
        <p:spPr>
          <a:xfrm>
            <a:off x="4754880" y="2185416"/>
            <a:ext cx="2953512" cy="1384729"/>
          </a:xfrm>
        </p:spPr>
        <p:txBody>
          <a:bodyPr/>
          <a:lstStyle/>
          <a:p>
            <a:r>
              <a:rPr lang="en-US">
                <a:ea typeface="+mj-lt"/>
                <a:cs typeface="+mj-lt"/>
              </a:rPr>
              <a:t>Size Definition (Piece Count)</a:t>
            </a:r>
            <a:r>
              <a:rPr lang="en-US" b="0">
                <a:ea typeface="+mj-lt"/>
                <a:cs typeface="+mj-lt"/>
              </a:rPr>
              <a:t>:</a:t>
            </a:r>
            <a:endParaRPr lang="en-US"/>
          </a:p>
          <a:p>
            <a:endParaRPr lang="en-US"/>
          </a:p>
        </p:txBody>
      </p:sp>
      <p:sp>
        <p:nvSpPr>
          <p:cNvPr id="6" name="Content Placeholder 5">
            <a:extLst>
              <a:ext uri="{FF2B5EF4-FFF2-40B4-BE49-F238E27FC236}">
                <a16:creationId xmlns:a16="http://schemas.microsoft.com/office/drawing/2014/main" id="{9B77BDDD-AA87-8941-0045-4124016D7B3C}"/>
              </a:ext>
            </a:extLst>
          </p:cNvPr>
          <p:cNvSpPr>
            <a:spLocks noGrp="1"/>
          </p:cNvSpPr>
          <p:nvPr>
            <p:ph sz="quarter" idx="4"/>
          </p:nvPr>
        </p:nvSpPr>
        <p:spPr>
          <a:xfrm>
            <a:off x="4754880" y="3751385"/>
            <a:ext cx="2953512" cy="2578608"/>
          </a:xfrm>
        </p:spPr>
        <p:txBody>
          <a:bodyPr vert="horz" lIns="91440" tIns="45720" rIns="91440" bIns="45720" rtlCol="0" anchor="t">
            <a:noAutofit/>
          </a:bodyPr>
          <a:lstStyle/>
          <a:p>
            <a:r>
              <a:rPr lang="en-US" b="1">
                <a:ea typeface="+mn-lt"/>
                <a:cs typeface="+mn-lt"/>
              </a:rPr>
              <a:t>Small</a:t>
            </a:r>
            <a:r>
              <a:rPr lang="en-US">
                <a:ea typeface="+mn-lt"/>
                <a:cs typeface="+mn-lt"/>
              </a:rPr>
              <a:t>: ≤ 68 pieces (33rd percentile)</a:t>
            </a:r>
            <a:endParaRPr lang="en-US"/>
          </a:p>
          <a:p>
            <a:r>
              <a:rPr lang="en-US" b="1">
                <a:ea typeface="+mn-lt"/>
                <a:cs typeface="+mn-lt"/>
              </a:rPr>
              <a:t>Medium</a:t>
            </a:r>
            <a:r>
              <a:rPr lang="en-US">
                <a:ea typeface="+mn-lt"/>
                <a:cs typeface="+mn-lt"/>
              </a:rPr>
              <a:t>: 69–236 pieces (33rd–66th percentile)</a:t>
            </a:r>
            <a:endParaRPr lang="en-US"/>
          </a:p>
          <a:p>
            <a:r>
              <a:rPr lang="en-US" b="1">
                <a:ea typeface="+mn-lt"/>
                <a:cs typeface="+mn-lt"/>
              </a:rPr>
              <a:t>Large</a:t>
            </a:r>
            <a:r>
              <a:rPr lang="en-US">
                <a:ea typeface="+mn-lt"/>
                <a:cs typeface="+mn-lt"/>
              </a:rPr>
              <a:t>: &gt; 236 pieces (66th percentile)</a:t>
            </a:r>
            <a:endParaRPr lang="en-US"/>
          </a:p>
          <a:p>
            <a:endParaRPr lang="en-US"/>
          </a:p>
        </p:txBody>
      </p:sp>
      <p:sp>
        <p:nvSpPr>
          <p:cNvPr id="7" name="Slide Number Placeholder 6">
            <a:extLst>
              <a:ext uri="{FF2B5EF4-FFF2-40B4-BE49-F238E27FC236}">
                <a16:creationId xmlns:a16="http://schemas.microsoft.com/office/drawing/2014/main" id="{EB3A5543-0A2D-2635-6988-845A4D55BD22}"/>
              </a:ext>
            </a:extLst>
          </p:cNvPr>
          <p:cNvSpPr>
            <a:spLocks noGrp="1"/>
          </p:cNvSpPr>
          <p:nvPr>
            <p:ph type="sldNum" sz="quarter" idx="12"/>
          </p:nvPr>
        </p:nvSpPr>
        <p:spPr/>
        <p:txBody>
          <a:bodyPr/>
          <a:lstStyle/>
          <a:p>
            <a:fld id="{294A09A9-5501-47C1-A89A-A340965A2BE2}" type="slidenum">
              <a:rPr lang="en-US" smtClean="0"/>
              <a:t>25</a:t>
            </a:fld>
            <a:endParaRPr lang="en-US"/>
          </a:p>
        </p:txBody>
      </p:sp>
      <p:sp>
        <p:nvSpPr>
          <p:cNvPr id="9" name="Text Placeholder 8">
            <a:extLst>
              <a:ext uri="{FF2B5EF4-FFF2-40B4-BE49-F238E27FC236}">
                <a16:creationId xmlns:a16="http://schemas.microsoft.com/office/drawing/2014/main" id="{3FE49BF0-9853-331E-181D-FF6D300583BA}"/>
              </a:ext>
            </a:extLst>
          </p:cNvPr>
          <p:cNvSpPr>
            <a:spLocks noGrp="1"/>
          </p:cNvSpPr>
          <p:nvPr>
            <p:ph type="body" sz="quarter" idx="13"/>
          </p:nvPr>
        </p:nvSpPr>
        <p:spPr/>
        <p:txBody>
          <a:bodyPr/>
          <a:lstStyle/>
          <a:p>
            <a:r>
              <a:rPr lang="en-US">
                <a:ea typeface="+mj-lt"/>
                <a:cs typeface="+mj-lt"/>
              </a:rPr>
              <a:t>Methodology</a:t>
            </a:r>
            <a:r>
              <a:rPr lang="en-US" b="0">
                <a:ea typeface="+mj-lt"/>
                <a:cs typeface="+mj-lt"/>
              </a:rPr>
              <a:t>:</a:t>
            </a:r>
            <a:endParaRPr lang="en-US"/>
          </a:p>
          <a:p>
            <a:endParaRPr lang="en-US"/>
          </a:p>
        </p:txBody>
      </p:sp>
      <p:sp>
        <p:nvSpPr>
          <p:cNvPr id="10" name="Content Placeholder 9">
            <a:extLst>
              <a:ext uri="{FF2B5EF4-FFF2-40B4-BE49-F238E27FC236}">
                <a16:creationId xmlns:a16="http://schemas.microsoft.com/office/drawing/2014/main" id="{77FBADD6-E3F9-5E3B-43CF-5370633B2CEB}"/>
              </a:ext>
            </a:extLst>
          </p:cNvPr>
          <p:cNvSpPr>
            <a:spLocks noGrp="1"/>
          </p:cNvSpPr>
          <p:nvPr>
            <p:ph sz="quarter" idx="14"/>
          </p:nvPr>
        </p:nvSpPr>
        <p:spPr>
          <a:xfrm>
            <a:off x="7973568" y="3751385"/>
            <a:ext cx="2953512" cy="2578608"/>
          </a:xfrm>
        </p:spPr>
        <p:txBody>
          <a:bodyPr vert="horz" lIns="91440" tIns="45720" rIns="91440" bIns="45720" rtlCol="0" anchor="t">
            <a:noAutofit/>
          </a:bodyPr>
          <a:lstStyle/>
          <a:p>
            <a:r>
              <a:rPr lang="en-US">
                <a:ea typeface="+mn-lt"/>
                <a:cs typeface="+mn-lt"/>
              </a:rPr>
              <a:t>Cleaned dataset (removed missing/invalid entries)</a:t>
            </a:r>
            <a:endParaRPr lang="en-US"/>
          </a:p>
          <a:p>
            <a:r>
              <a:rPr lang="en-US">
                <a:ea typeface="+mn-lt"/>
                <a:cs typeface="+mn-lt"/>
              </a:rPr>
              <a:t>Categorized sets by piece count quartiles</a:t>
            </a:r>
          </a:p>
          <a:p>
            <a:r>
              <a:rPr lang="en-US">
                <a:ea typeface="+mn-lt"/>
                <a:cs typeface="+mn-lt"/>
              </a:rPr>
              <a:t>Calculated averages + visualized trends</a:t>
            </a:r>
            <a:endParaRPr lang="en-US"/>
          </a:p>
          <a:p>
            <a:endParaRPr lang="en-US"/>
          </a:p>
        </p:txBody>
      </p:sp>
    </p:spTree>
    <p:extLst>
      <p:ext uri="{BB962C8B-B14F-4D97-AF65-F5344CB8AC3E}">
        <p14:creationId xmlns:p14="http://schemas.microsoft.com/office/powerpoint/2010/main" val="280828449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3">
            <a:extLst>
              <a:ext uri="{FF2B5EF4-FFF2-40B4-BE49-F238E27FC236}">
                <a16:creationId xmlns:a16="http://schemas.microsoft.com/office/drawing/2014/main" id="{93BCEC07-9DCE-3E2D-FD67-C58A7CE0BA5D}"/>
              </a:ext>
            </a:extLst>
          </p:cNvPr>
          <p:cNvSpPr>
            <a:spLocks noGrp="1"/>
          </p:cNvSpPr>
          <p:nvPr>
            <p:ph type="title"/>
          </p:nvPr>
        </p:nvSpPr>
        <p:spPr>
          <a:xfrm>
            <a:off x="850392" y="832104"/>
            <a:ext cx="10881360" cy="1069848"/>
          </a:xfrm>
        </p:spPr>
        <p:txBody>
          <a:bodyPr anchor="ctr">
            <a:normAutofit/>
          </a:bodyPr>
          <a:lstStyle/>
          <a:p>
            <a:r>
              <a:rPr lang="en-US" sz="3400"/>
              <a:t>Finding 1: </a:t>
            </a:r>
            <a:r>
              <a:rPr lang="en-US" sz="3400">
                <a:ea typeface="+mj-lt"/>
                <a:cs typeface="+mj-lt"/>
              </a:rPr>
              <a:t>Average Piece Count by Set Size</a:t>
            </a:r>
            <a:endParaRPr lang="en-US"/>
          </a:p>
        </p:txBody>
      </p:sp>
      <p:sp>
        <p:nvSpPr>
          <p:cNvPr id="17" name="Content Placeholder 4">
            <a:extLst>
              <a:ext uri="{FF2B5EF4-FFF2-40B4-BE49-F238E27FC236}">
                <a16:creationId xmlns:a16="http://schemas.microsoft.com/office/drawing/2014/main" id="{488EC340-DA19-5B11-76D9-6B4966DC7EF3}"/>
              </a:ext>
            </a:extLst>
          </p:cNvPr>
          <p:cNvSpPr>
            <a:spLocks noGrp="1"/>
          </p:cNvSpPr>
          <p:nvPr>
            <p:ph sz="half" idx="1"/>
          </p:nvPr>
        </p:nvSpPr>
        <p:spPr>
          <a:xfrm>
            <a:off x="849745" y="2143399"/>
            <a:ext cx="5251422" cy="4033014"/>
          </a:xfrm>
        </p:spPr>
        <p:txBody>
          <a:bodyPr vert="horz" lIns="91440" tIns="45720" rIns="91440" bIns="45720" rtlCol="0" anchor="t">
            <a:normAutofit/>
          </a:bodyPr>
          <a:lstStyle/>
          <a:p>
            <a:pPr marL="0" indent="0">
              <a:buNone/>
            </a:pPr>
            <a:r>
              <a:rPr lang="en-US" sz="2000" b="1">
                <a:ea typeface="+mn-lt"/>
                <a:cs typeface="+mn-lt"/>
              </a:rPr>
              <a:t>Key Observation: </a:t>
            </a:r>
            <a:r>
              <a:rPr lang="en-US" sz="2000">
                <a:ea typeface="+mn-lt"/>
                <a:cs typeface="+mn-lt"/>
              </a:rPr>
              <a:t>Piece count scales dramatically with set size:</a:t>
            </a:r>
            <a:endParaRPr lang="en-US" sz="2000"/>
          </a:p>
          <a:p>
            <a:pPr marL="0" indent="0">
              <a:buNone/>
            </a:pPr>
            <a:endParaRPr lang="en-US" sz="2000">
              <a:ea typeface="+mn-lt"/>
              <a:cs typeface="+mn-lt"/>
            </a:endParaRPr>
          </a:p>
          <a:p>
            <a:pPr indent="-347345"/>
            <a:r>
              <a:rPr lang="en-US" sz="2000">
                <a:ea typeface="+mn-lt"/>
                <a:cs typeface="+mn-lt"/>
              </a:rPr>
              <a:t>Small: 68 pieces (baseline)</a:t>
            </a:r>
          </a:p>
          <a:p>
            <a:pPr indent="-347345"/>
            <a:r>
              <a:rPr lang="en-US" sz="2000">
                <a:ea typeface="+mn-lt"/>
                <a:cs typeface="+mn-lt"/>
              </a:rPr>
              <a:t>Medium: 236 pieces (3.5x more than Small)</a:t>
            </a:r>
          </a:p>
          <a:p>
            <a:pPr indent="-347345"/>
            <a:r>
              <a:rPr lang="en-US" sz="2000">
                <a:ea typeface="+mn-lt"/>
                <a:cs typeface="+mn-lt"/>
              </a:rPr>
              <a:t>Large: 980 pieces (14x more than Small; 4.2x more than Medium)</a:t>
            </a:r>
          </a:p>
          <a:p>
            <a:pPr indent="-347345"/>
            <a:endParaRPr lang="en-US" sz="2000">
              <a:ea typeface="+mn-lt"/>
              <a:cs typeface="+mn-lt"/>
            </a:endParaRPr>
          </a:p>
          <a:p>
            <a:pPr marL="0" indent="0">
              <a:buNone/>
            </a:pPr>
            <a:r>
              <a:rPr lang="en-US" sz="2000" b="1">
                <a:ea typeface="+mn-lt"/>
                <a:cs typeface="+mn-lt"/>
              </a:rPr>
              <a:t>Takeaway: </a:t>
            </a:r>
            <a:r>
              <a:rPr lang="en-US" sz="2000">
                <a:ea typeface="+mn-lt"/>
                <a:cs typeface="+mn-lt"/>
              </a:rPr>
              <a:t>Large sets deliver far more building content than smaller tiers.</a:t>
            </a:r>
            <a:endParaRPr lang="en-US" sz="2000"/>
          </a:p>
          <a:p>
            <a:pPr marL="347345" indent="-347345"/>
            <a:endParaRPr lang="en-US"/>
          </a:p>
          <a:p>
            <a:pPr marL="347345" indent="-347345"/>
            <a:endParaRPr lang="en-US"/>
          </a:p>
        </p:txBody>
      </p:sp>
      <p:pic>
        <p:nvPicPr>
          <p:cNvPr id="11" name="Picture 10" descr="A graph of a number of different colored squares&#10;&#10;AI-generated content may be incorrect.">
            <a:extLst>
              <a:ext uri="{FF2B5EF4-FFF2-40B4-BE49-F238E27FC236}">
                <a16:creationId xmlns:a16="http://schemas.microsoft.com/office/drawing/2014/main" id="{DB7420A8-C3C0-1168-1A56-73B7F5F3973C}"/>
              </a:ext>
            </a:extLst>
          </p:cNvPr>
          <p:cNvPicPr>
            <a:picLocks noChangeAspect="1"/>
          </p:cNvPicPr>
          <p:nvPr/>
        </p:nvPicPr>
        <p:blipFill>
          <a:blip r:embed="rId2"/>
          <a:srcRect l="11285" r="1" b="1"/>
          <a:stretch>
            <a:fillRect/>
          </a:stretch>
        </p:blipFill>
        <p:spPr>
          <a:xfrm>
            <a:off x="6172200" y="1825625"/>
            <a:ext cx="5181600" cy="4351338"/>
          </a:xfrm>
          <a:prstGeom prst="rect">
            <a:avLst/>
          </a:prstGeom>
          <a:noFill/>
        </p:spPr>
      </p:pic>
      <p:sp>
        <p:nvSpPr>
          <p:cNvPr id="7" name="Slide Number Placeholder 6">
            <a:extLst>
              <a:ext uri="{FF2B5EF4-FFF2-40B4-BE49-F238E27FC236}">
                <a16:creationId xmlns:a16="http://schemas.microsoft.com/office/drawing/2014/main" id="{E4B57BE6-BC63-B25F-FFCE-E88FDD441859}"/>
              </a:ext>
            </a:extLst>
          </p:cNvPr>
          <p:cNvSpPr>
            <a:spLocks noGrp="1"/>
          </p:cNvSpPr>
          <p:nvPr>
            <p:ph type="sldNum" sz="quarter" idx="12"/>
          </p:nvPr>
        </p:nvSpPr>
        <p:spPr>
          <a:xfrm>
            <a:off x="329184" y="411480"/>
            <a:ext cx="521208" cy="310896"/>
          </a:xfrm>
        </p:spPr>
        <p:txBody>
          <a:bodyPr anchor="ctr">
            <a:normAutofit/>
          </a:bodyPr>
          <a:lstStyle/>
          <a:p>
            <a:pPr>
              <a:spcAft>
                <a:spcPts val="600"/>
              </a:spcAft>
            </a:pPr>
            <a:fld id="{294A09A9-5501-47C1-A89A-A340965A2BE2}" type="slidenum">
              <a:rPr lang="en-US" smtClean="0"/>
              <a:pPr>
                <a:spcAft>
                  <a:spcPts val="600"/>
                </a:spcAft>
              </a:pPr>
              <a:t>26</a:t>
            </a:fld>
            <a:endParaRPr lang="en-US"/>
          </a:p>
        </p:txBody>
      </p:sp>
    </p:spTree>
    <p:extLst>
      <p:ext uri="{BB962C8B-B14F-4D97-AF65-F5344CB8AC3E}">
        <p14:creationId xmlns:p14="http://schemas.microsoft.com/office/powerpoint/2010/main" val="31294544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4A9E0-ED6D-1CCF-0FEA-ECE82CC418A6}"/>
              </a:ext>
            </a:extLst>
          </p:cNvPr>
          <p:cNvSpPr>
            <a:spLocks noGrp="1"/>
          </p:cNvSpPr>
          <p:nvPr>
            <p:ph type="title"/>
          </p:nvPr>
        </p:nvSpPr>
        <p:spPr>
          <a:xfrm>
            <a:off x="850392" y="832104"/>
            <a:ext cx="10881360" cy="1069848"/>
          </a:xfrm>
        </p:spPr>
        <p:txBody>
          <a:bodyPr anchor="ctr">
            <a:normAutofit/>
          </a:bodyPr>
          <a:lstStyle/>
          <a:p>
            <a:r>
              <a:rPr lang="en-US" sz="3400"/>
              <a:t>Finding 2: </a:t>
            </a:r>
            <a:r>
              <a:rPr lang="en-US" sz="3400">
                <a:ea typeface="+mj-lt"/>
                <a:cs typeface="+mj-lt"/>
              </a:rPr>
              <a:t>Average Total Price by Set Size</a:t>
            </a:r>
          </a:p>
        </p:txBody>
      </p:sp>
      <p:sp>
        <p:nvSpPr>
          <p:cNvPr id="3" name="Content Placeholder 2">
            <a:extLst>
              <a:ext uri="{FF2B5EF4-FFF2-40B4-BE49-F238E27FC236}">
                <a16:creationId xmlns:a16="http://schemas.microsoft.com/office/drawing/2014/main" id="{E2F78135-E355-F4BE-91D6-DA5F6FC40D5D}"/>
              </a:ext>
            </a:extLst>
          </p:cNvPr>
          <p:cNvSpPr>
            <a:spLocks noGrp="1"/>
          </p:cNvSpPr>
          <p:nvPr>
            <p:ph sz="half" idx="1"/>
          </p:nvPr>
        </p:nvSpPr>
        <p:spPr>
          <a:xfrm>
            <a:off x="849745" y="2068079"/>
            <a:ext cx="5239327" cy="3612430"/>
          </a:xfrm>
        </p:spPr>
        <p:txBody>
          <a:bodyPr vert="horz" lIns="91440" tIns="45720" rIns="91440" bIns="45720" rtlCol="0" anchor="t">
            <a:normAutofit lnSpcReduction="10000"/>
          </a:bodyPr>
          <a:lstStyle/>
          <a:p>
            <a:pPr marL="0" indent="0">
              <a:buNone/>
            </a:pPr>
            <a:r>
              <a:rPr lang="en-US" sz="2000">
                <a:ea typeface="+mn-lt"/>
                <a:cs typeface="+mn-lt"/>
              </a:rPr>
              <a:t>Pricing Trend: </a:t>
            </a:r>
            <a:r>
              <a:rPr lang="en-US" sz="2000" b="1">
                <a:ea typeface="+mn-lt"/>
                <a:cs typeface="+mn-lt"/>
              </a:rPr>
              <a:t>Total price rises with size, but not </a:t>
            </a:r>
            <a:r>
              <a:rPr lang="en-US" sz="2000">
                <a:ea typeface="+mn-lt"/>
                <a:cs typeface="+mn-lt"/>
              </a:rPr>
              <a:t>proportionally:</a:t>
            </a:r>
            <a:endParaRPr lang="en-US" sz="2000"/>
          </a:p>
          <a:p>
            <a:pPr marL="0" indent="0">
              <a:buNone/>
            </a:pPr>
            <a:endParaRPr lang="en-US" sz="2000">
              <a:ea typeface="+mn-lt"/>
              <a:cs typeface="+mn-lt"/>
            </a:endParaRPr>
          </a:p>
          <a:p>
            <a:pPr indent="-347345"/>
            <a:r>
              <a:rPr lang="en-US" sz="2000">
                <a:ea typeface="+mn-lt"/>
                <a:cs typeface="+mn-lt"/>
              </a:rPr>
              <a:t>Small: $16 (baseline)</a:t>
            </a:r>
          </a:p>
          <a:p>
            <a:pPr indent="-347345"/>
            <a:r>
              <a:rPr lang="en-US" sz="2000">
                <a:ea typeface="+mn-lt"/>
                <a:cs typeface="+mn-lt"/>
              </a:rPr>
              <a:t>Medium: $27 (1.7x more than Small)</a:t>
            </a:r>
          </a:p>
          <a:p>
            <a:pPr indent="-347345"/>
            <a:r>
              <a:rPr lang="en-US" sz="2000">
                <a:ea typeface="+mn-lt"/>
                <a:cs typeface="+mn-lt"/>
              </a:rPr>
              <a:t>Large: $95 (6x more than Small; 3.5x more than Medium)</a:t>
            </a:r>
          </a:p>
          <a:p>
            <a:pPr indent="-347345"/>
            <a:endParaRPr lang="en-US" sz="2000">
              <a:ea typeface="+mn-lt"/>
              <a:cs typeface="+mn-lt"/>
            </a:endParaRPr>
          </a:p>
          <a:p>
            <a:pPr marL="0" indent="0">
              <a:buNone/>
            </a:pPr>
            <a:r>
              <a:rPr lang="en-US" sz="2000" b="1">
                <a:ea typeface="+mn-lt"/>
                <a:cs typeface="+mn-lt"/>
              </a:rPr>
              <a:t>Insight: </a:t>
            </a:r>
            <a:r>
              <a:rPr lang="en-US" sz="2000">
                <a:ea typeface="+mn-lt"/>
                <a:cs typeface="+mn-lt"/>
              </a:rPr>
              <a:t>Large sets cost more upfront, but their price growth lags far behind piece count growth.</a:t>
            </a:r>
            <a:endParaRPr lang="en-US" sz="2000"/>
          </a:p>
          <a:p>
            <a:pPr indent="-347345"/>
            <a:endParaRPr lang="en-US" sz="2000"/>
          </a:p>
        </p:txBody>
      </p:sp>
      <p:pic>
        <p:nvPicPr>
          <p:cNvPr id="7" name="Content Placeholder 6" descr="A graph of a number of different colored squares&#10;&#10;AI-generated content may be incorrect.">
            <a:extLst>
              <a:ext uri="{FF2B5EF4-FFF2-40B4-BE49-F238E27FC236}">
                <a16:creationId xmlns:a16="http://schemas.microsoft.com/office/drawing/2014/main" id="{A03E28BE-3853-8E75-AEE5-656585C6C6DE}"/>
              </a:ext>
            </a:extLst>
          </p:cNvPr>
          <p:cNvPicPr>
            <a:picLocks noGrp="1" noChangeAspect="1"/>
          </p:cNvPicPr>
          <p:nvPr>
            <p:ph sz="half" idx="2"/>
          </p:nvPr>
        </p:nvPicPr>
        <p:blipFill>
          <a:blip r:embed="rId2"/>
          <a:stretch>
            <a:fillRect/>
          </a:stretch>
        </p:blipFill>
        <p:spPr>
          <a:xfrm>
            <a:off x="6172200" y="2071148"/>
            <a:ext cx="5181600" cy="3860291"/>
          </a:xfrm>
          <a:prstGeom prst="rect">
            <a:avLst/>
          </a:prstGeom>
          <a:noFill/>
        </p:spPr>
      </p:pic>
      <p:sp>
        <p:nvSpPr>
          <p:cNvPr id="6" name="Slide Number Placeholder 5">
            <a:extLst>
              <a:ext uri="{FF2B5EF4-FFF2-40B4-BE49-F238E27FC236}">
                <a16:creationId xmlns:a16="http://schemas.microsoft.com/office/drawing/2014/main" id="{669B2510-CFC6-4133-033F-A1DF11F54DB6}"/>
              </a:ext>
            </a:extLst>
          </p:cNvPr>
          <p:cNvSpPr>
            <a:spLocks noGrp="1"/>
          </p:cNvSpPr>
          <p:nvPr>
            <p:ph type="sldNum" sz="quarter" idx="12"/>
          </p:nvPr>
        </p:nvSpPr>
        <p:spPr>
          <a:xfrm>
            <a:off x="329184" y="411480"/>
            <a:ext cx="521208" cy="310896"/>
          </a:xfrm>
        </p:spPr>
        <p:txBody>
          <a:bodyPr anchor="ctr">
            <a:normAutofit/>
          </a:bodyPr>
          <a:lstStyle/>
          <a:p>
            <a:pPr>
              <a:spcAft>
                <a:spcPts val="600"/>
              </a:spcAft>
            </a:pPr>
            <a:fld id="{294A09A9-5501-47C1-A89A-A340965A2BE2}" type="slidenum">
              <a:rPr lang="en-US" smtClean="0"/>
              <a:pPr>
                <a:spcAft>
                  <a:spcPts val="600"/>
                </a:spcAft>
              </a:pPr>
              <a:t>27</a:t>
            </a:fld>
            <a:endParaRPr lang="en-US"/>
          </a:p>
        </p:txBody>
      </p:sp>
    </p:spTree>
    <p:extLst>
      <p:ext uri="{BB962C8B-B14F-4D97-AF65-F5344CB8AC3E}">
        <p14:creationId xmlns:p14="http://schemas.microsoft.com/office/powerpoint/2010/main" val="293617288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35468C-4AC1-9994-65FE-BD09D0028403}"/>
              </a:ext>
            </a:extLst>
          </p:cNvPr>
          <p:cNvSpPr>
            <a:spLocks noGrp="1"/>
          </p:cNvSpPr>
          <p:nvPr>
            <p:ph type="title"/>
          </p:nvPr>
        </p:nvSpPr>
        <p:spPr>
          <a:xfrm>
            <a:off x="850392" y="832104"/>
            <a:ext cx="10881360" cy="1069848"/>
          </a:xfrm>
        </p:spPr>
        <p:txBody>
          <a:bodyPr anchor="ctr">
            <a:normAutofit/>
          </a:bodyPr>
          <a:lstStyle/>
          <a:p>
            <a:r>
              <a:rPr lang="en-US" sz="3400"/>
              <a:t>Finding 3: </a:t>
            </a:r>
            <a:r>
              <a:rPr lang="en-US" sz="3400">
                <a:ea typeface="+mj-lt"/>
                <a:cs typeface="+mj-lt"/>
              </a:rPr>
              <a:t>Average Price per Piece by Set Size</a:t>
            </a:r>
          </a:p>
        </p:txBody>
      </p:sp>
      <p:sp>
        <p:nvSpPr>
          <p:cNvPr id="3" name="Content Placeholder 2">
            <a:extLst>
              <a:ext uri="{FF2B5EF4-FFF2-40B4-BE49-F238E27FC236}">
                <a16:creationId xmlns:a16="http://schemas.microsoft.com/office/drawing/2014/main" id="{E03528ED-372B-CD77-6823-0F58427772F4}"/>
              </a:ext>
            </a:extLst>
          </p:cNvPr>
          <p:cNvSpPr>
            <a:spLocks noGrp="1"/>
          </p:cNvSpPr>
          <p:nvPr>
            <p:ph sz="half" idx="1"/>
          </p:nvPr>
        </p:nvSpPr>
        <p:spPr>
          <a:xfrm>
            <a:off x="838200" y="1825625"/>
            <a:ext cx="5181600" cy="4351338"/>
          </a:xfrm>
        </p:spPr>
        <p:txBody>
          <a:bodyPr vert="horz" lIns="91440" tIns="45720" rIns="91440" bIns="45720" rtlCol="0" anchor="t">
            <a:normAutofit/>
          </a:bodyPr>
          <a:lstStyle/>
          <a:p>
            <a:pPr marL="0" indent="0">
              <a:buNone/>
            </a:pPr>
            <a:r>
              <a:rPr lang="en-US" sz="2000" b="1">
                <a:ea typeface="+mn-lt"/>
                <a:cs typeface="+mn-lt"/>
              </a:rPr>
              <a:t>Value Breakdown: </a:t>
            </a:r>
            <a:r>
              <a:rPr lang="en-US" sz="2000">
                <a:ea typeface="+mn-lt"/>
                <a:cs typeface="+mn-lt"/>
              </a:rPr>
              <a:t>Price per piece drops sharply with larger sets:</a:t>
            </a:r>
            <a:endParaRPr lang="en-US" sz="2000" b="1"/>
          </a:p>
          <a:p>
            <a:pPr marL="0" indent="0">
              <a:buNone/>
            </a:pPr>
            <a:endParaRPr lang="en-US" sz="2000">
              <a:ea typeface="+mn-lt"/>
              <a:cs typeface="+mn-lt"/>
            </a:endParaRPr>
          </a:p>
          <a:p>
            <a:pPr indent="-347345"/>
            <a:r>
              <a:rPr lang="en-US" sz="2000">
                <a:ea typeface="+mn-lt"/>
                <a:cs typeface="+mn-lt"/>
              </a:rPr>
              <a:t>Small: $1.419 (highest – 13.6x more than Large)</a:t>
            </a:r>
          </a:p>
          <a:p>
            <a:pPr indent="-347345"/>
            <a:r>
              <a:rPr lang="en-US" sz="2000">
                <a:ea typeface="+mn-lt"/>
                <a:cs typeface="+mn-lt"/>
              </a:rPr>
              <a:t>Medium: $0.118 (moderate)</a:t>
            </a:r>
          </a:p>
          <a:p>
            <a:pPr indent="-347345"/>
            <a:r>
              <a:rPr lang="en-US" sz="2000">
                <a:ea typeface="+mn-lt"/>
                <a:cs typeface="+mn-lt"/>
              </a:rPr>
              <a:t>Large: $0.104 (lowest – 93% better value than Small)</a:t>
            </a:r>
            <a:endParaRPr lang="en-US" sz="2000"/>
          </a:p>
          <a:p>
            <a:pPr indent="-347345"/>
            <a:endParaRPr lang="en-US" sz="2000">
              <a:ea typeface="+mn-lt"/>
              <a:cs typeface="+mn-lt"/>
            </a:endParaRPr>
          </a:p>
          <a:p>
            <a:pPr marL="0" indent="0">
              <a:buNone/>
            </a:pPr>
            <a:r>
              <a:rPr lang="en-US" sz="2000" b="1">
                <a:ea typeface="+mn-lt"/>
                <a:cs typeface="+mn-lt"/>
              </a:rPr>
              <a:t>Critical Finding:</a:t>
            </a:r>
            <a:r>
              <a:rPr lang="en-US" sz="2000">
                <a:ea typeface="+mn-lt"/>
                <a:cs typeface="+mn-lt"/>
              </a:rPr>
              <a:t> Size is the biggest driver of value – larger sets are far more cost-efficient.</a:t>
            </a:r>
            <a:endParaRPr lang="en-US" sz="2000"/>
          </a:p>
          <a:p>
            <a:pPr indent="-347345"/>
            <a:endParaRPr lang="en-US" sz="2000"/>
          </a:p>
        </p:txBody>
      </p:sp>
      <p:pic>
        <p:nvPicPr>
          <p:cNvPr id="7" name="Content Placeholder 6" descr="A graph of a number of different colored squares&#10;&#10;AI-generated content may be incorrect.">
            <a:extLst>
              <a:ext uri="{FF2B5EF4-FFF2-40B4-BE49-F238E27FC236}">
                <a16:creationId xmlns:a16="http://schemas.microsoft.com/office/drawing/2014/main" id="{9F87F79A-34B6-1FE1-7005-577F5581917D}"/>
              </a:ext>
            </a:extLst>
          </p:cNvPr>
          <p:cNvPicPr>
            <a:picLocks noGrp="1" noChangeAspect="1"/>
          </p:cNvPicPr>
          <p:nvPr>
            <p:ph sz="half" idx="2"/>
          </p:nvPr>
        </p:nvPicPr>
        <p:blipFill>
          <a:blip r:embed="rId2"/>
          <a:stretch>
            <a:fillRect/>
          </a:stretch>
        </p:blipFill>
        <p:spPr>
          <a:xfrm>
            <a:off x="6172200" y="2071148"/>
            <a:ext cx="5181600" cy="3860291"/>
          </a:xfrm>
          <a:prstGeom prst="rect">
            <a:avLst/>
          </a:prstGeom>
          <a:noFill/>
        </p:spPr>
      </p:pic>
      <p:sp>
        <p:nvSpPr>
          <p:cNvPr id="6" name="Slide Number Placeholder 5">
            <a:extLst>
              <a:ext uri="{FF2B5EF4-FFF2-40B4-BE49-F238E27FC236}">
                <a16:creationId xmlns:a16="http://schemas.microsoft.com/office/drawing/2014/main" id="{4DFFA108-FDA6-73E2-E34C-E49F740DA515}"/>
              </a:ext>
            </a:extLst>
          </p:cNvPr>
          <p:cNvSpPr>
            <a:spLocks noGrp="1"/>
          </p:cNvSpPr>
          <p:nvPr>
            <p:ph type="sldNum" sz="quarter" idx="12"/>
          </p:nvPr>
        </p:nvSpPr>
        <p:spPr>
          <a:xfrm>
            <a:off x="329184" y="411480"/>
            <a:ext cx="521208" cy="310896"/>
          </a:xfrm>
        </p:spPr>
        <p:txBody>
          <a:bodyPr anchor="ctr">
            <a:normAutofit/>
          </a:bodyPr>
          <a:lstStyle/>
          <a:p>
            <a:pPr>
              <a:spcAft>
                <a:spcPts val="600"/>
              </a:spcAft>
            </a:pPr>
            <a:fld id="{294A09A9-5501-47C1-A89A-A340965A2BE2}" type="slidenum">
              <a:rPr lang="en-US" smtClean="0"/>
              <a:pPr>
                <a:spcAft>
                  <a:spcPts val="600"/>
                </a:spcAft>
              </a:pPr>
              <a:t>28</a:t>
            </a:fld>
            <a:endParaRPr lang="en-US"/>
          </a:p>
        </p:txBody>
      </p:sp>
    </p:spTree>
    <p:extLst>
      <p:ext uri="{BB962C8B-B14F-4D97-AF65-F5344CB8AC3E}">
        <p14:creationId xmlns:p14="http://schemas.microsoft.com/office/powerpoint/2010/main" val="26700185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2A7DD4-FC7A-0E46-DE2C-56601780D36F}"/>
              </a:ext>
            </a:extLst>
          </p:cNvPr>
          <p:cNvSpPr>
            <a:spLocks noGrp="1"/>
          </p:cNvSpPr>
          <p:nvPr>
            <p:ph type="title"/>
          </p:nvPr>
        </p:nvSpPr>
        <p:spPr>
          <a:xfrm>
            <a:off x="850392" y="832104"/>
            <a:ext cx="10881360" cy="1069848"/>
          </a:xfrm>
        </p:spPr>
        <p:txBody>
          <a:bodyPr anchor="ctr">
            <a:normAutofit fontScale="90000"/>
          </a:bodyPr>
          <a:lstStyle/>
          <a:p>
            <a:r>
              <a:rPr lang="en-US" b="0"/>
              <a:t>Business Implications &amp; Recommendations</a:t>
            </a:r>
          </a:p>
        </p:txBody>
      </p:sp>
      <p:sp>
        <p:nvSpPr>
          <p:cNvPr id="4" name="Content Placeholder 3">
            <a:extLst>
              <a:ext uri="{FF2B5EF4-FFF2-40B4-BE49-F238E27FC236}">
                <a16:creationId xmlns:a16="http://schemas.microsoft.com/office/drawing/2014/main" id="{976F2C7F-DAC1-ABF4-D8A1-71395A32EEF5}"/>
              </a:ext>
            </a:extLst>
          </p:cNvPr>
          <p:cNvSpPr>
            <a:spLocks noGrp="1"/>
          </p:cNvSpPr>
          <p:nvPr>
            <p:ph sz="half" idx="1"/>
          </p:nvPr>
        </p:nvSpPr>
        <p:spPr>
          <a:xfrm>
            <a:off x="849923" y="1896335"/>
            <a:ext cx="10284115" cy="3881113"/>
          </a:xfrm>
        </p:spPr>
        <p:txBody>
          <a:bodyPr vert="horz" lIns="91440" tIns="45720" rIns="91440" bIns="45720" rtlCol="0" anchor="t">
            <a:normAutofit/>
          </a:bodyPr>
          <a:lstStyle/>
          <a:p>
            <a:pPr marL="0" indent="0">
              <a:buNone/>
            </a:pPr>
            <a:endParaRPr lang="en-US" sz="2000" b="1">
              <a:cs typeface="Segoe UI"/>
            </a:endParaRPr>
          </a:p>
          <a:p>
            <a:pPr indent="-347345"/>
            <a:endParaRPr lang="en-US" sz="2000"/>
          </a:p>
        </p:txBody>
      </p:sp>
      <p:sp>
        <p:nvSpPr>
          <p:cNvPr id="6" name="Slide Number Placeholder 5">
            <a:extLst>
              <a:ext uri="{FF2B5EF4-FFF2-40B4-BE49-F238E27FC236}">
                <a16:creationId xmlns:a16="http://schemas.microsoft.com/office/drawing/2014/main" id="{197B02C1-CA25-A17C-4F33-D4DB27646DB9}"/>
              </a:ext>
            </a:extLst>
          </p:cNvPr>
          <p:cNvSpPr>
            <a:spLocks noGrp="1"/>
          </p:cNvSpPr>
          <p:nvPr>
            <p:ph type="sldNum" sz="quarter" idx="12"/>
          </p:nvPr>
        </p:nvSpPr>
        <p:spPr>
          <a:xfrm>
            <a:off x="329184" y="411480"/>
            <a:ext cx="521208" cy="310896"/>
          </a:xfrm>
        </p:spPr>
        <p:txBody>
          <a:bodyPr anchor="ctr">
            <a:normAutofit/>
          </a:bodyPr>
          <a:lstStyle/>
          <a:p>
            <a:pPr>
              <a:spcAft>
                <a:spcPts val="600"/>
              </a:spcAft>
            </a:pPr>
            <a:fld id="{294A09A9-5501-47C1-A89A-A340965A2BE2}" type="slidenum">
              <a:rPr lang="en-US" smtClean="0"/>
              <a:pPr>
                <a:spcAft>
                  <a:spcPts val="600"/>
                </a:spcAft>
              </a:pPr>
              <a:t>29</a:t>
            </a:fld>
            <a:endParaRPr lang="en-US"/>
          </a:p>
        </p:txBody>
      </p:sp>
      <p:graphicFrame>
        <p:nvGraphicFramePr>
          <p:cNvPr id="11" name="Table 10">
            <a:extLst>
              <a:ext uri="{FF2B5EF4-FFF2-40B4-BE49-F238E27FC236}">
                <a16:creationId xmlns:a16="http://schemas.microsoft.com/office/drawing/2014/main" id="{AA0DA46D-E102-E7D8-EE84-B475B388FC00}"/>
              </a:ext>
            </a:extLst>
          </p:cNvPr>
          <p:cNvGraphicFramePr>
            <a:graphicFrameLocks noGrp="1"/>
          </p:cNvGraphicFramePr>
          <p:nvPr>
            <p:extLst>
              <p:ext uri="{D42A27DB-BD31-4B8C-83A1-F6EECF244321}">
                <p14:modId xmlns:p14="http://schemas.microsoft.com/office/powerpoint/2010/main" val="2820779059"/>
              </p:ext>
            </p:extLst>
          </p:nvPr>
        </p:nvGraphicFramePr>
        <p:xfrm>
          <a:off x="955523" y="1898952"/>
          <a:ext cx="9787292" cy="2286000"/>
        </p:xfrm>
        <a:graphic>
          <a:graphicData uri="http://schemas.openxmlformats.org/drawingml/2006/table">
            <a:tbl>
              <a:tblPr firstRow="1" bandRow="1">
                <a:tableStyleId>{5C22544A-7EE6-4342-B048-85BDC9FD1C3A}</a:tableStyleId>
              </a:tblPr>
              <a:tblGrid>
                <a:gridCol w="2446823">
                  <a:extLst>
                    <a:ext uri="{9D8B030D-6E8A-4147-A177-3AD203B41FA5}">
                      <a16:colId xmlns:a16="http://schemas.microsoft.com/office/drawing/2014/main" val="848000162"/>
                    </a:ext>
                  </a:extLst>
                </a:gridCol>
                <a:gridCol w="2446823">
                  <a:extLst>
                    <a:ext uri="{9D8B030D-6E8A-4147-A177-3AD203B41FA5}">
                      <a16:colId xmlns:a16="http://schemas.microsoft.com/office/drawing/2014/main" val="1538317619"/>
                    </a:ext>
                  </a:extLst>
                </a:gridCol>
                <a:gridCol w="2446823">
                  <a:extLst>
                    <a:ext uri="{9D8B030D-6E8A-4147-A177-3AD203B41FA5}">
                      <a16:colId xmlns:a16="http://schemas.microsoft.com/office/drawing/2014/main" val="423208638"/>
                    </a:ext>
                  </a:extLst>
                </a:gridCol>
                <a:gridCol w="2446823">
                  <a:extLst>
                    <a:ext uri="{9D8B030D-6E8A-4147-A177-3AD203B41FA5}">
                      <a16:colId xmlns:a16="http://schemas.microsoft.com/office/drawing/2014/main" val="4092126870"/>
                    </a:ext>
                  </a:extLst>
                </a:gridCol>
              </a:tblGrid>
              <a:tr h="362857">
                <a:tc>
                  <a:txBody>
                    <a:bodyPr/>
                    <a:lstStyle/>
                    <a:p>
                      <a:pPr lvl="0">
                        <a:buNone/>
                      </a:pPr>
                      <a:r>
                        <a:rPr lang="en-US" sz="1800" b="0" i="0" u="none" strike="noStrike" noProof="0">
                          <a:latin typeface="Segoe UI Light"/>
                        </a:rPr>
                        <a:t>Set Size</a:t>
                      </a:r>
                      <a:endParaRPr lang="en-US"/>
                    </a:p>
                  </a:txBody>
                  <a:tcPr/>
                </a:tc>
                <a:tc>
                  <a:txBody>
                    <a:bodyPr/>
                    <a:lstStyle/>
                    <a:p>
                      <a:pPr lvl="0">
                        <a:buNone/>
                      </a:pPr>
                      <a:r>
                        <a:rPr lang="en-US" sz="1800" b="0" i="0" u="none" strike="noStrike" kern="1200" noProof="0">
                          <a:solidFill>
                            <a:schemeClr val="lt1"/>
                          </a:solidFill>
                          <a:latin typeface="Segoe UI Light"/>
                          <a:ea typeface="+mn-ea"/>
                          <a:cs typeface="+mn-cs"/>
                        </a:rPr>
                        <a:t>Target Audience</a:t>
                      </a:r>
                      <a:endParaRPr lang="en-US" sz="1800" b="0" i="0" u="none" strike="noStrike" kern="1200">
                        <a:solidFill>
                          <a:schemeClr val="lt1"/>
                        </a:solidFill>
                        <a:latin typeface="Segoe UI Light"/>
                        <a:ea typeface="+mn-ea"/>
                        <a:cs typeface="+mn-cs"/>
                      </a:endParaRPr>
                    </a:p>
                  </a:txBody>
                  <a:tcPr/>
                </a:tc>
                <a:tc>
                  <a:txBody>
                    <a:bodyPr/>
                    <a:lstStyle/>
                    <a:p>
                      <a:pPr lvl="0">
                        <a:buNone/>
                      </a:pPr>
                      <a:r>
                        <a:rPr lang="en-US" sz="1800" b="0" i="0" u="none" strike="noStrike" noProof="0">
                          <a:latin typeface="Segoe UI Light"/>
                        </a:rPr>
                        <a:t>Purchase Driver</a:t>
                      </a:r>
                      <a:endParaRPr lang="en-US"/>
                    </a:p>
                  </a:txBody>
                  <a:tcPr/>
                </a:tc>
                <a:tc>
                  <a:txBody>
                    <a:bodyPr/>
                    <a:lstStyle/>
                    <a:p>
                      <a:pPr lvl="0">
                        <a:buNone/>
                      </a:pPr>
                      <a:r>
                        <a:rPr lang="en-US" sz="1800" b="0" i="0" u="none" strike="noStrike" noProof="0">
                          <a:latin typeface="Segoe UI Light"/>
                        </a:rPr>
                        <a:t>Business Role</a:t>
                      </a:r>
                      <a:endParaRPr lang="en-US"/>
                    </a:p>
                  </a:txBody>
                  <a:tcPr/>
                </a:tc>
                <a:extLst>
                  <a:ext uri="{0D108BD9-81ED-4DB2-BD59-A6C34878D82A}">
                    <a16:rowId xmlns:a16="http://schemas.microsoft.com/office/drawing/2014/main" val="4224947932"/>
                  </a:ext>
                </a:extLst>
              </a:tr>
              <a:tr h="370840">
                <a:tc>
                  <a:txBody>
                    <a:bodyPr/>
                    <a:lstStyle/>
                    <a:p>
                      <a:pPr lvl="0">
                        <a:buNone/>
                      </a:pPr>
                      <a:r>
                        <a:rPr lang="en-US" sz="1800" b="0" i="0" u="none" strike="noStrike" noProof="0">
                          <a:latin typeface="Segoe UI Light"/>
                        </a:rPr>
                        <a:t>Small</a:t>
                      </a:r>
                      <a:endParaRPr lang="en-US"/>
                    </a:p>
                  </a:txBody>
                  <a:tcPr/>
                </a:tc>
                <a:tc>
                  <a:txBody>
                    <a:bodyPr/>
                    <a:lstStyle/>
                    <a:p>
                      <a:pPr lvl="0">
                        <a:buNone/>
                      </a:pPr>
                      <a:r>
                        <a:rPr lang="en-US" sz="1800" b="0" i="0" u="none" strike="noStrike" noProof="0">
                          <a:latin typeface="Segoe UI Light"/>
                        </a:rPr>
                        <a:t>Impulse buyers/</a:t>
                      </a:r>
                      <a:r>
                        <a:rPr lang="en-US" sz="1800" b="0" i="0" u="none" strike="noStrike" noProof="0" err="1">
                          <a:latin typeface="Segoe UI Light"/>
                        </a:rPr>
                        <a:t>gifters</a:t>
                      </a:r>
                      <a:endParaRPr lang="en-US" err="1"/>
                    </a:p>
                  </a:txBody>
                  <a:tcPr/>
                </a:tc>
                <a:tc>
                  <a:txBody>
                    <a:bodyPr/>
                    <a:lstStyle/>
                    <a:p>
                      <a:pPr lvl="0">
                        <a:buNone/>
                      </a:pPr>
                      <a:r>
                        <a:rPr lang="en-US" sz="1800" b="0" i="0" u="none" strike="noStrike" noProof="0">
                          <a:latin typeface="Segoe UI Light"/>
                        </a:rPr>
                        <a:t>Low price, quick build</a:t>
                      </a:r>
                      <a:endParaRPr lang="en-US"/>
                    </a:p>
                  </a:txBody>
                  <a:tcPr/>
                </a:tc>
                <a:tc>
                  <a:txBody>
                    <a:bodyPr/>
                    <a:lstStyle/>
                    <a:p>
                      <a:pPr lvl="0">
                        <a:buNone/>
                      </a:pPr>
                      <a:r>
                        <a:rPr lang="en-US" sz="1800" b="0" i="0" u="none" strike="noStrike" noProof="0">
                          <a:latin typeface="Segoe UI Light"/>
                        </a:rPr>
                        <a:t>Stocking stuffers/entry gifts</a:t>
                      </a:r>
                      <a:endParaRPr lang="en-US"/>
                    </a:p>
                  </a:txBody>
                  <a:tcPr/>
                </a:tc>
                <a:extLst>
                  <a:ext uri="{0D108BD9-81ED-4DB2-BD59-A6C34878D82A}">
                    <a16:rowId xmlns:a16="http://schemas.microsoft.com/office/drawing/2014/main" val="3928200200"/>
                  </a:ext>
                </a:extLst>
              </a:tr>
              <a:tr h="370840">
                <a:tc>
                  <a:txBody>
                    <a:bodyPr/>
                    <a:lstStyle/>
                    <a:p>
                      <a:pPr lvl="0">
                        <a:buNone/>
                      </a:pPr>
                      <a:r>
                        <a:rPr lang="en-US" sz="1800" b="0" i="0" u="none" strike="noStrike" noProof="0">
                          <a:latin typeface="Segoe UI Light"/>
                        </a:rPr>
                        <a:t>Medium</a:t>
                      </a:r>
                      <a:endParaRPr lang="en-US"/>
                    </a:p>
                  </a:txBody>
                  <a:tcPr/>
                </a:tc>
                <a:tc>
                  <a:txBody>
                    <a:bodyPr/>
                    <a:lstStyle/>
                    <a:p>
                      <a:pPr lvl="0">
                        <a:buNone/>
                      </a:pPr>
                      <a:r>
                        <a:rPr lang="en-US" sz="1800" b="0" i="0" u="none" strike="noStrike" noProof="0">
                          <a:latin typeface="Segoe UI Light"/>
                        </a:rPr>
                        <a:t>Casual families/builders</a:t>
                      </a:r>
                      <a:endParaRPr lang="en-US"/>
                    </a:p>
                  </a:txBody>
                  <a:tcPr/>
                </a:tc>
                <a:tc>
                  <a:txBody>
                    <a:bodyPr/>
                    <a:lstStyle/>
                    <a:p>
                      <a:pPr lvl="0">
                        <a:buNone/>
                      </a:pPr>
                      <a:r>
                        <a:rPr lang="en-US" sz="1800" b="0" i="0" u="none" strike="noStrike" noProof="0">
                          <a:latin typeface="Segoe UI Light"/>
                        </a:rPr>
                        <a:t>Balance of cost/pieces</a:t>
                      </a:r>
                      <a:endParaRPr lang="en-US"/>
                    </a:p>
                  </a:txBody>
                  <a:tcPr/>
                </a:tc>
                <a:tc>
                  <a:txBody>
                    <a:bodyPr/>
                    <a:lstStyle/>
                    <a:p>
                      <a:pPr lvl="0">
                        <a:buNone/>
                      </a:pPr>
                      <a:r>
                        <a:rPr lang="en-US" sz="1800" b="0" i="0" u="none" strike="noStrike" noProof="0">
                          <a:latin typeface="Segoe UI Light"/>
                        </a:rPr>
                        <a:t>Core repeat-purchase segment</a:t>
                      </a:r>
                      <a:endParaRPr lang="en-US"/>
                    </a:p>
                  </a:txBody>
                  <a:tcPr/>
                </a:tc>
                <a:extLst>
                  <a:ext uri="{0D108BD9-81ED-4DB2-BD59-A6C34878D82A}">
                    <a16:rowId xmlns:a16="http://schemas.microsoft.com/office/drawing/2014/main" val="4250044080"/>
                  </a:ext>
                </a:extLst>
              </a:tr>
              <a:tr h="370840">
                <a:tc>
                  <a:txBody>
                    <a:bodyPr/>
                    <a:lstStyle/>
                    <a:p>
                      <a:pPr lvl="0">
                        <a:buNone/>
                      </a:pPr>
                      <a:r>
                        <a:rPr lang="en-US" sz="1800" b="0" i="0" u="none" strike="noStrike" noProof="0">
                          <a:latin typeface="Segoe UI Light"/>
                        </a:rPr>
                        <a:t>Large</a:t>
                      </a:r>
                      <a:endParaRPr lang="en-US"/>
                    </a:p>
                  </a:txBody>
                  <a:tcPr/>
                </a:tc>
                <a:tc>
                  <a:txBody>
                    <a:bodyPr/>
                    <a:lstStyle/>
                    <a:p>
                      <a:pPr lvl="0">
                        <a:buNone/>
                      </a:pPr>
                      <a:r>
                        <a:rPr lang="en-US" sz="1800" b="0" i="0" u="none" strike="noStrike" noProof="0">
                          <a:latin typeface="Segoe UI Light"/>
                        </a:rPr>
                        <a:t>Dedicated fans/collectors</a:t>
                      </a:r>
                      <a:endParaRPr lang="en-US"/>
                    </a:p>
                  </a:txBody>
                  <a:tcPr/>
                </a:tc>
                <a:tc>
                  <a:txBody>
                    <a:bodyPr/>
                    <a:lstStyle/>
                    <a:p>
                      <a:pPr lvl="0">
                        <a:buNone/>
                      </a:pPr>
                      <a:r>
                        <a:rPr lang="en-US" sz="1800" b="0" i="0" u="none" strike="noStrike" noProof="0">
                          <a:latin typeface="Segoe UI Light"/>
                        </a:rPr>
                        <a:t>Complexity/value</a:t>
                      </a:r>
                      <a:endParaRPr lang="en-US"/>
                    </a:p>
                  </a:txBody>
                  <a:tcPr/>
                </a:tc>
                <a:tc>
                  <a:txBody>
                    <a:bodyPr/>
                    <a:lstStyle/>
                    <a:p>
                      <a:pPr lvl="0">
                        <a:buNone/>
                      </a:pPr>
                      <a:r>
                        <a:rPr lang="en-US" sz="1800" b="0" i="0" u="none" strike="noStrike" noProof="0">
                          <a:latin typeface="Segoe UI Light"/>
                        </a:rPr>
                        <a:t>High-margin premium offerings</a:t>
                      </a:r>
                      <a:endParaRPr lang="en-US"/>
                    </a:p>
                  </a:txBody>
                  <a:tcPr/>
                </a:tc>
                <a:extLst>
                  <a:ext uri="{0D108BD9-81ED-4DB2-BD59-A6C34878D82A}">
                    <a16:rowId xmlns:a16="http://schemas.microsoft.com/office/drawing/2014/main" val="588113408"/>
                  </a:ext>
                </a:extLst>
              </a:tr>
            </a:tbl>
          </a:graphicData>
        </a:graphic>
      </p:graphicFrame>
      <p:sp>
        <p:nvSpPr>
          <p:cNvPr id="14" name="TextBox 13">
            <a:extLst>
              <a:ext uri="{FF2B5EF4-FFF2-40B4-BE49-F238E27FC236}">
                <a16:creationId xmlns:a16="http://schemas.microsoft.com/office/drawing/2014/main" id="{F62D6403-EAA7-802D-01BB-472314BA8F50}"/>
              </a:ext>
            </a:extLst>
          </p:cNvPr>
          <p:cNvSpPr txBox="1"/>
          <p:nvPr/>
        </p:nvSpPr>
        <p:spPr>
          <a:xfrm>
            <a:off x="846666" y="4432905"/>
            <a:ext cx="9639903" cy="221599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solidFill>
                  <a:schemeClr val="bg1"/>
                </a:solidFill>
                <a:ea typeface="+mn-lt"/>
                <a:cs typeface="+mn-lt"/>
              </a:rPr>
              <a:t>Actionable Steps:</a:t>
            </a:r>
            <a:endParaRPr lang="en-US" b="1">
              <a:solidFill>
                <a:schemeClr val="bg1"/>
              </a:solidFill>
            </a:endParaRPr>
          </a:p>
          <a:p>
            <a:endParaRPr lang="en-US" sz="2000" b="1">
              <a:solidFill>
                <a:schemeClr val="bg1"/>
              </a:solidFill>
              <a:ea typeface="+mn-lt"/>
              <a:cs typeface="+mn-lt"/>
            </a:endParaRPr>
          </a:p>
          <a:p>
            <a:pPr marL="342900" indent="-342900">
              <a:buFont typeface="Courier New"/>
              <a:buChar char="o"/>
            </a:pPr>
            <a:r>
              <a:rPr lang="en-US" sz="2000">
                <a:solidFill>
                  <a:schemeClr val="bg1"/>
                </a:solidFill>
                <a:ea typeface="+mn-lt"/>
                <a:cs typeface="+mn-lt"/>
              </a:rPr>
              <a:t>Market Small Sets as "Quick Gifts": Avoid value messaging; focus on convenience. </a:t>
            </a:r>
            <a:endParaRPr lang="en-US">
              <a:solidFill>
                <a:schemeClr val="bg1"/>
              </a:solidFill>
              <a:ea typeface="+mn-lt"/>
              <a:cs typeface="+mn-lt"/>
            </a:endParaRPr>
          </a:p>
          <a:p>
            <a:pPr marL="342900" indent="-342900">
              <a:buFont typeface="Courier New"/>
              <a:buChar char="o"/>
            </a:pPr>
            <a:r>
              <a:rPr lang="en-US" sz="2000">
                <a:solidFill>
                  <a:schemeClr val="bg1"/>
                </a:solidFill>
                <a:ea typeface="+mn-lt"/>
                <a:cs typeface="+mn-lt"/>
              </a:rPr>
              <a:t>Expand Medium Set Options: Lean into their "sweet spot" of accessibility + value. </a:t>
            </a:r>
            <a:endParaRPr lang="en-US">
              <a:solidFill>
                <a:schemeClr val="bg1"/>
              </a:solidFill>
              <a:ea typeface="+mn-lt"/>
              <a:cs typeface="+mn-lt"/>
            </a:endParaRPr>
          </a:p>
          <a:p>
            <a:pPr marL="342900" indent="-342900">
              <a:buFont typeface="Courier New"/>
              <a:buChar char="o"/>
            </a:pPr>
            <a:r>
              <a:rPr lang="en-US" sz="2000">
                <a:solidFill>
                  <a:schemeClr val="bg1"/>
                </a:solidFill>
                <a:ea typeface="+mn-lt"/>
                <a:cs typeface="+mn-lt"/>
              </a:rPr>
              <a:t>Highlight Large Set Value: Emphasize low price per piece to justify upfront cost. </a:t>
            </a:r>
            <a:endParaRPr lang="en-US">
              <a:solidFill>
                <a:schemeClr val="bg1"/>
              </a:solidFill>
              <a:ea typeface="+mn-lt"/>
              <a:cs typeface="+mn-lt"/>
            </a:endParaRPr>
          </a:p>
          <a:p>
            <a:pPr marL="342900" indent="-342900">
              <a:buFont typeface="Courier New"/>
              <a:buChar char="o"/>
            </a:pPr>
            <a:r>
              <a:rPr lang="en-US" sz="2000">
                <a:solidFill>
                  <a:schemeClr val="bg1"/>
                </a:solidFill>
                <a:ea typeface="+mn-lt"/>
                <a:cs typeface="+mn-lt"/>
              </a:rPr>
              <a:t>Bundle Small Sets: Offer 2–3 small sets together to improve perceived value.</a:t>
            </a:r>
            <a:endParaRPr lang="en-US">
              <a:solidFill>
                <a:schemeClr val="bg1"/>
              </a:solidFill>
              <a:cs typeface="Segoe UI Light"/>
            </a:endParaRPr>
          </a:p>
          <a:p>
            <a:pPr algn="ctr"/>
            <a:endParaRPr lang="en-US"/>
          </a:p>
        </p:txBody>
      </p:sp>
    </p:spTree>
    <p:extLst>
      <p:ext uri="{BB962C8B-B14F-4D97-AF65-F5344CB8AC3E}">
        <p14:creationId xmlns:p14="http://schemas.microsoft.com/office/powerpoint/2010/main" val="27904406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9E1892-81E6-551C-7B5A-DEA68224520B}"/>
              </a:ext>
            </a:extLst>
          </p:cNvPr>
          <p:cNvSpPr>
            <a:spLocks noGrp="1"/>
          </p:cNvSpPr>
          <p:nvPr>
            <p:ph type="title"/>
          </p:nvPr>
        </p:nvSpPr>
        <p:spPr>
          <a:xfrm>
            <a:off x="6618527" y="1954420"/>
            <a:ext cx="2845749" cy="1218361"/>
          </a:xfrm>
        </p:spPr>
        <p:txBody>
          <a:bodyPr/>
          <a:lstStyle/>
          <a:p>
            <a:r>
              <a:rPr lang="en-US" sz="7200" b="1" spc="600">
                <a:ln w="28575">
                  <a:noFill/>
                  <a:prstDash val="solid"/>
                </a:ln>
                <a:solidFill>
                  <a:schemeClr val="bg1"/>
                </a:solidFill>
                <a:latin typeface="Tw Cen MT" panose="020B0602020104020603" pitchFamily="34" charset="77"/>
              </a:rPr>
              <a:t>Q&amp;A</a:t>
            </a:r>
            <a:endParaRPr lang="en-US" sz="7200"/>
          </a:p>
        </p:txBody>
      </p:sp>
      <p:pic>
        <p:nvPicPr>
          <p:cNvPr id="7" name="Picture 6" descr="A note with a red pin on it&#10;&#10;AI-generated content may be incorrect.">
            <a:extLst>
              <a:ext uri="{FF2B5EF4-FFF2-40B4-BE49-F238E27FC236}">
                <a16:creationId xmlns:a16="http://schemas.microsoft.com/office/drawing/2014/main" id="{08F3BCF6-5B65-6BB6-4422-CB42254D996E}"/>
              </a:ext>
            </a:extLst>
          </p:cNvPr>
          <p:cNvPicPr>
            <a:picLocks noChangeAspect="1"/>
          </p:cNvPicPr>
          <p:nvPr/>
        </p:nvPicPr>
        <p:blipFill>
          <a:blip r:embed="rId2">
            <a:extLst>
              <a:ext uri="{837473B0-CC2E-450A-ABE3-18F120FF3D39}">
                <a1611:picAttrSrcUrl xmlns:a1611="http://schemas.microsoft.com/office/drawing/2016/11/main" r:id="rId3"/>
              </a:ext>
            </a:extLst>
          </a:blip>
          <a:stretch>
            <a:fillRect/>
          </a:stretch>
        </p:blipFill>
        <p:spPr>
          <a:xfrm>
            <a:off x="0" y="354409"/>
            <a:ext cx="6858000" cy="6858000"/>
          </a:xfrm>
          <a:prstGeom prst="rect">
            <a:avLst/>
          </a:prstGeom>
        </p:spPr>
      </p:pic>
      <p:pic>
        <p:nvPicPr>
          <p:cNvPr id="14" name="Picture 13" descr="A person leaning on a question mark">
            <a:extLst>
              <a:ext uri="{FF2B5EF4-FFF2-40B4-BE49-F238E27FC236}">
                <a16:creationId xmlns:a16="http://schemas.microsoft.com/office/drawing/2014/main" id="{046C7EBB-E510-AC79-914E-A4C4418A0A79}"/>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10000" b="90000" l="10000" r="90000"/>
                    </a14:imgEffect>
                  </a14:imgLayer>
                </a14:imgProps>
              </a:ext>
              <a:ext uri="{837473B0-CC2E-450A-ABE3-18F120FF3D39}">
                <a1611:picAttrSrcUrl xmlns:a1611="http://schemas.microsoft.com/office/drawing/2016/11/main" r:id="rId6"/>
              </a:ext>
            </a:extLst>
          </a:blip>
          <a:stretch>
            <a:fillRect/>
          </a:stretch>
        </p:blipFill>
        <p:spPr>
          <a:xfrm>
            <a:off x="4924532" y="3429000"/>
            <a:ext cx="5080000" cy="3810000"/>
          </a:xfrm>
          <a:prstGeom prst="rect">
            <a:avLst/>
          </a:prstGeom>
        </p:spPr>
      </p:pic>
    </p:spTree>
    <p:extLst>
      <p:ext uri="{BB962C8B-B14F-4D97-AF65-F5344CB8AC3E}">
        <p14:creationId xmlns:p14="http://schemas.microsoft.com/office/powerpoint/2010/main" val="1877701230"/>
      </p:ext>
    </p:extLst>
  </p:cSld>
  <p:clrMapOvr>
    <a:masterClrMapping/>
  </p:clrMapOvr>
</p:sld>
</file>

<file path=ppt/theme/theme1.xml><?xml version="1.0" encoding="utf-8"?>
<a:theme xmlns:a="http://schemas.openxmlformats.org/drawingml/2006/main" name="Office Theme">
  <a:themeElements>
    <a:clrScheme name="Custom 43">
      <a:dk1>
        <a:srgbClr val="000000"/>
      </a:dk1>
      <a:lt1>
        <a:srgbClr val="FFFFFF"/>
      </a:lt1>
      <a:dk2>
        <a:srgbClr val="64DFED"/>
      </a:dk2>
      <a:lt2>
        <a:srgbClr val="E7E6E6"/>
      </a:lt2>
      <a:accent1>
        <a:srgbClr val="92CDF0"/>
      </a:accent1>
      <a:accent2>
        <a:srgbClr val="92CDF0"/>
      </a:accent2>
      <a:accent3>
        <a:srgbClr val="ABC3F0"/>
      </a:accent3>
      <a:accent4>
        <a:srgbClr val="C3B9F2"/>
      </a:accent4>
      <a:accent5>
        <a:srgbClr val="AAA5F9"/>
      </a:accent5>
      <a:accent6>
        <a:srgbClr val="F6A6F4"/>
      </a:accent6>
      <a:hlink>
        <a:srgbClr val="0563C1"/>
      </a:hlink>
      <a:folHlink>
        <a:srgbClr val="954F72"/>
      </a:folHlink>
    </a:clrScheme>
    <a:fontScheme name="Custom 39">
      <a:majorFont>
        <a:latin typeface="Tw Cen MT"/>
        <a:ea typeface=""/>
        <a:cs typeface=""/>
      </a:majorFont>
      <a:minorFont>
        <a:latin typeface="Segoe UI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inancial-design_Win32_CP_v13" id="{7A406372-3134-432A-A498-73868680C33B}" vid="{88D369DF-875A-4C31-AFF3-DEF6B94343C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5" ma:contentTypeDescription="Create a new document." ma:contentTypeScope="" ma:versionID="e02306daf00165b375dc6a58966960b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df88fb76bf5f555224557953949c1ec9"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8B8ECF1-2A9D-464C-AFE8-2B3295D0BF97}">
  <ds:schemaRefs>
    <ds:schemaRef ds:uri="http://purl.org/dc/elements/1.1/"/>
    <ds:schemaRef ds:uri="http://purl.org/dc/terms/"/>
    <ds:schemaRef ds:uri="http://schemas.microsoft.com/office/infopath/2007/PartnerControls"/>
    <ds:schemaRef ds:uri="71af3243-3dd4-4a8d-8c0d-dd76da1f02a5"/>
    <ds:schemaRef ds:uri="http://schemas.openxmlformats.org/package/2006/metadata/core-properties"/>
    <ds:schemaRef ds:uri="http://schemas.microsoft.com/office/2006/documentManagement/types"/>
    <ds:schemaRef ds:uri="http://www.w3.org/XML/1998/namespace"/>
    <ds:schemaRef ds:uri="16c05727-aa75-4e4a-9b5f-8a80a1165891"/>
    <ds:schemaRef ds:uri="230e9df3-be65-4c73-a93b-d1236ebd677e"/>
    <ds:schemaRef ds:uri="http://schemas.microsoft.com/sharepoint/v3"/>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4F1F1912-3146-44AF-A389-9E8B77BB3688}">
  <ds:schemaRefs>
    <ds:schemaRef ds:uri="http://schemas.microsoft.com/sharepoint/v3/contenttype/forms"/>
  </ds:schemaRefs>
</ds:datastoreItem>
</file>

<file path=customXml/itemProps3.xml><?xml version="1.0" encoding="utf-8"?>
<ds:datastoreItem xmlns:ds="http://schemas.openxmlformats.org/officeDocument/2006/customXml" ds:itemID="{176493A3-2B83-4E58-86AD-56A2F2A20F12}">
  <ds:schemaRefs>
    <ds:schemaRef ds:uri="16c05727-aa75-4e4a-9b5f-8a80a1165891"/>
    <ds:schemaRef ds:uri="230e9df3-be65-4c73-a93b-d1236ebd677e"/>
    <ds:schemaRef ds:uri="71af3243-3dd4-4a8d-8c0d-dd76da1f02a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Financial design</Template>
  <TotalTime>0</TotalTime>
  <Words>2042</Words>
  <Application>Microsoft Office PowerPoint</Application>
  <PresentationFormat>Widescreen</PresentationFormat>
  <Paragraphs>346</Paragraphs>
  <Slides>30</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30</vt:i4>
      </vt:variant>
    </vt:vector>
  </HeadingPairs>
  <TitlesOfParts>
    <vt:vector size="39" baseType="lpstr">
      <vt:lpstr>Arial</vt:lpstr>
      <vt:lpstr>Calibri</vt:lpstr>
      <vt:lpstr>Courier New</vt:lpstr>
      <vt:lpstr>quote-cjk-patch</vt:lpstr>
      <vt:lpstr>Segoe UI</vt:lpstr>
      <vt:lpstr>Segoe UI Light</vt:lpstr>
      <vt:lpstr>Tw Cen MT</vt:lpstr>
      <vt:lpstr>Wingdings</vt:lpstr>
      <vt:lpstr>Office Theme</vt:lpstr>
      <vt:lpstr>Lego-Analysis DATA 3350 Group 2</vt:lpstr>
      <vt:lpstr>LEGO PROFIT OPTIMIZATION PROJECT</vt:lpstr>
      <vt:lpstr>Business context key issues related to profitability</vt:lpstr>
      <vt:lpstr>PROJECT WORKFLOW</vt:lpstr>
      <vt:lpstr>Questions OF INTEREST</vt:lpstr>
      <vt:lpstr>How Have LEGO Prices Changed Over Time? </vt:lpstr>
      <vt:lpstr>Dataset &amp; Method</vt:lpstr>
      <vt:lpstr>Findings (Average Price per Year)</vt:lpstr>
      <vt:lpstr>Findings (Price per Piece)</vt:lpstr>
      <vt:lpstr>An Age-Based Pricing Analysis of LEGO Sets</vt:lpstr>
      <vt:lpstr>Data Prep and Key Metrics</vt:lpstr>
      <vt:lpstr>Findings and Key Discoveries</vt:lpstr>
      <vt:lpstr>Data Prep and Key Metrics</vt:lpstr>
      <vt:lpstr>Which LEGO themes have the lowest average price per piece?</vt:lpstr>
      <vt:lpstr>Objective</vt:lpstr>
      <vt:lpstr>Top 10 Most Affordable LEGO Themes</vt:lpstr>
      <vt:lpstr>PowerPoint Presentation</vt:lpstr>
      <vt:lpstr>Key Takeaways</vt:lpstr>
      <vt:lpstr>Do sets with more piece's cost less per piece? </vt:lpstr>
      <vt:lpstr>PowerPoint Presentation</vt:lpstr>
      <vt:lpstr>PowerPoint Presentation</vt:lpstr>
      <vt:lpstr>PowerPoint Presentation</vt:lpstr>
      <vt:lpstr>PowerPoint Presentation</vt:lpstr>
      <vt:lpstr>LEGO Set Size Analysis:  Small vs. Medium vs. Large</vt:lpstr>
      <vt:lpstr>Question &amp; Methodology</vt:lpstr>
      <vt:lpstr>Finding 1: Average Piece Count by Set Size</vt:lpstr>
      <vt:lpstr>Finding 2: Average Total Price by Set Size</vt:lpstr>
      <vt:lpstr>Finding 3: Average Price per Piece by Set Size</vt:lpstr>
      <vt:lpstr>Business Implications &amp; Recommendations</vt:lpstr>
      <vt:lpstr>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Surbhi Aqua</dc:creator>
  <cp:lastModifiedBy>Surbhi R Gemlawala</cp:lastModifiedBy>
  <cp:revision>2</cp:revision>
  <dcterms:created xsi:type="dcterms:W3CDTF">2025-12-08T21:11:33Z</dcterms:created>
  <dcterms:modified xsi:type="dcterms:W3CDTF">2025-12-11T01:03:38Z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